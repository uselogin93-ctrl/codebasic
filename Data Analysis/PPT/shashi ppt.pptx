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0" r:id="rId1"/>
  </p:sldMasterIdLst>
  <p:sldIdLst>
    <p:sldId id="256" r:id="rId2"/>
    <p:sldId id="257" r:id="rId3"/>
    <p:sldId id="258" r:id="rId4"/>
    <p:sldId id="259" r:id="rId5"/>
    <p:sldId id="260" r:id="rId6"/>
    <p:sldId id="261" r:id="rId7"/>
    <p:sldId id="262" r:id="rId8"/>
    <p:sldId id="263" r:id="rId9"/>
    <p:sldId id="266" r:id="rId10"/>
    <p:sldId id="267" r:id="rId11"/>
    <p:sldId id="265"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loop="1"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CE300"/>
    <a:srgbClr val="003A50"/>
    <a:srgbClr val="034055"/>
    <a:srgbClr val="1C6C7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90" autoAdjust="0"/>
  </p:normalViewPr>
  <p:slideViewPr>
    <p:cSldViewPr snapToGrid="0">
      <p:cViewPr varScale="1">
        <p:scale>
          <a:sx n="81" d="100"/>
          <a:sy n="81" d="100"/>
        </p:scale>
        <p:origin x="754" y="53"/>
      </p:cViewPr>
      <p:guideLst/>
    </p:cSldViewPr>
  </p:slideViewPr>
  <p:outlineViewPr>
    <p:cViewPr>
      <p:scale>
        <a:sx n="33" d="100"/>
        <a:sy n="33" d="100"/>
      </p:scale>
      <p:origin x="0" y="-4829"/>
    </p:cViewPr>
  </p:outlineViewPr>
  <p:notesTextViewPr>
    <p:cViewPr>
      <p:scale>
        <a:sx n="1" d="1"/>
        <a:sy n="1" d="1"/>
      </p:scale>
      <p:origin x="0" y="0"/>
    </p:cViewPr>
  </p:notesTextViewPr>
  <p:sorterViewPr>
    <p:cViewPr>
      <p:scale>
        <a:sx n="100" d="100"/>
        <a:sy n="100" d="100"/>
      </p:scale>
      <p:origin x="0" y="-504"/>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shikant Giri" userId="6c24171621d6a7cf" providerId="LiveId" clId="{E58DBBE5-AE4F-4024-A477-41CE979C0CB6}"/>
    <pc:docChg chg="modSld">
      <pc:chgData name="Nishikant Giri" userId="6c24171621d6a7cf" providerId="LiveId" clId="{E58DBBE5-AE4F-4024-A477-41CE979C0CB6}" dt="2023-09-17T05:53:16.052" v="4"/>
      <pc:docMkLst>
        <pc:docMk/>
      </pc:docMkLst>
      <pc:sldChg chg="modSp">
        <pc:chgData name="Nishikant Giri" userId="6c24171621d6a7cf" providerId="LiveId" clId="{E58DBBE5-AE4F-4024-A477-41CE979C0CB6}" dt="2023-09-17T05:53:16.052" v="4"/>
        <pc:sldMkLst>
          <pc:docMk/>
          <pc:sldMk cId="2005320929" sldId="256"/>
        </pc:sldMkLst>
        <pc:spChg chg="mod">
          <ac:chgData name="Nishikant Giri" userId="6c24171621d6a7cf" providerId="LiveId" clId="{E58DBBE5-AE4F-4024-A477-41CE979C0CB6}" dt="2023-09-17T05:53:16.052" v="4"/>
          <ac:spMkLst>
            <pc:docMk/>
            <pc:sldMk cId="2005320929" sldId="256"/>
            <ac:spMk id="2" creationId="{0D1E9047-C834-DF78-1B35-1B182DE9D98F}"/>
          </ac:spMkLst>
        </pc:spChg>
        <pc:spChg chg="mod">
          <ac:chgData name="Nishikant Giri" userId="6c24171621d6a7cf" providerId="LiveId" clId="{E58DBBE5-AE4F-4024-A477-41CE979C0CB6}" dt="2023-09-17T05:53:06.855" v="1"/>
          <ac:spMkLst>
            <pc:docMk/>
            <pc:sldMk cId="2005320929" sldId="256"/>
            <ac:spMk id="11" creationId="{461BB805-4ECD-5F2A-0BA6-A9879C57EDA8}"/>
          </ac:spMkLst>
        </pc:sp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tx2">
                  <a:lumMod val="5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B8799A7F-68F2-4A72-A490-3A1DC4932C1B}" type="datetimeFigureOut">
              <a:rPr lang="en-IN" smtClean="0"/>
              <a:t>17-09-2023</a:t>
            </a:fld>
            <a:endParaRPr lang="en-IN" dirty="0"/>
          </a:p>
        </p:txBody>
      </p:sp>
      <p:sp>
        <p:nvSpPr>
          <p:cNvPr id="5" name="Footer Placeholder 4"/>
          <p:cNvSpPr>
            <a:spLocks noGrp="1"/>
          </p:cNvSpPr>
          <p:nvPr>
            <p:ph type="ftr" sz="quarter" idx="11"/>
          </p:nvPr>
        </p:nvSpPr>
        <p:spPr>
          <a:xfrm>
            <a:off x="1876424" y="5410201"/>
            <a:ext cx="5124886" cy="365125"/>
          </a:xfrm>
        </p:spPr>
        <p:txBody>
          <a:bodyPr/>
          <a:lstStyle/>
          <a:p>
            <a:endParaRPr lang="en-IN" dirty="0"/>
          </a:p>
        </p:txBody>
      </p:sp>
      <p:sp>
        <p:nvSpPr>
          <p:cNvPr id="6" name="Slide Number Placeholder 5"/>
          <p:cNvSpPr>
            <a:spLocks noGrp="1"/>
          </p:cNvSpPr>
          <p:nvPr>
            <p:ph type="sldNum" sz="quarter" idx="12"/>
          </p:nvPr>
        </p:nvSpPr>
        <p:spPr>
          <a:xfrm>
            <a:off x="9896911" y="5410199"/>
            <a:ext cx="771089" cy="365125"/>
          </a:xfrm>
        </p:spPr>
        <p:txBody>
          <a:bodyPr/>
          <a:lstStyle/>
          <a:p>
            <a:fld id="{ED77D21B-37E9-4CEC-9246-F9CE968DB62D}" type="slidenum">
              <a:rPr lang="en-IN" smtClean="0"/>
              <a:t>‹#›</a:t>
            </a:fld>
            <a:endParaRPr lang="en-IN" dirty="0"/>
          </a:p>
        </p:txBody>
      </p:sp>
    </p:spTree>
    <p:extLst>
      <p:ext uri="{BB962C8B-B14F-4D97-AF65-F5344CB8AC3E}">
        <p14:creationId xmlns:p14="http://schemas.microsoft.com/office/powerpoint/2010/main" val="2425832370"/>
      </p:ext>
    </p:extLst>
  </p:cSld>
  <p:clrMapOvr>
    <a:masterClrMapping/>
  </p:clrMapOvr>
  <mc:AlternateContent xmlns:mc="http://schemas.openxmlformats.org/markup-compatibility/2006" xmlns:p14="http://schemas.microsoft.com/office/powerpoint/2010/main">
    <mc:Choice Requires="p14">
      <p:transition spd="slow" p14:dur="3250" advClick="0" advTm="10000">
        <p14:vortex dir="r"/>
      </p:transition>
    </mc:Choice>
    <mc:Fallback xmlns="">
      <p:transition spd="slow" advClick="0" advTm="10000">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8799A7F-68F2-4A72-A490-3A1DC4932C1B}" type="datetimeFigureOut">
              <a:rPr lang="en-IN" smtClean="0"/>
              <a:t>17-09-2023</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ED77D21B-37E9-4CEC-9246-F9CE968DB62D}" type="slidenum">
              <a:rPr lang="en-IN" smtClean="0"/>
              <a:t>‹#›</a:t>
            </a:fld>
            <a:endParaRPr lang="en-IN" dirty="0"/>
          </a:p>
        </p:txBody>
      </p:sp>
    </p:spTree>
    <p:extLst>
      <p:ext uri="{BB962C8B-B14F-4D97-AF65-F5344CB8AC3E}">
        <p14:creationId xmlns:p14="http://schemas.microsoft.com/office/powerpoint/2010/main" val="3790261279"/>
      </p:ext>
    </p:extLst>
  </p:cSld>
  <p:clrMapOvr>
    <a:masterClrMapping/>
  </p:clrMapOvr>
  <mc:AlternateContent xmlns:mc="http://schemas.openxmlformats.org/markup-compatibility/2006" xmlns:p14="http://schemas.microsoft.com/office/powerpoint/2010/main">
    <mc:Choice Requires="p14">
      <p:transition spd="slow" p14:dur="3250" advClick="0" advTm="10000">
        <p14:vortex dir="r"/>
      </p:transition>
    </mc:Choice>
    <mc:Fallback xmlns="">
      <p:transition spd="slow" advClick="0" advTm="10000">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8799A7F-68F2-4A72-A490-3A1DC4932C1B}" type="datetimeFigureOut">
              <a:rPr lang="en-IN" smtClean="0"/>
              <a:t>17-09-2023</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ED77D21B-37E9-4CEC-9246-F9CE968DB62D}" type="slidenum">
              <a:rPr lang="en-IN" smtClean="0"/>
              <a:t>‹#›</a:t>
            </a:fld>
            <a:endParaRPr lang="en-IN" dirty="0"/>
          </a:p>
        </p:txBody>
      </p:sp>
    </p:spTree>
    <p:extLst>
      <p:ext uri="{BB962C8B-B14F-4D97-AF65-F5344CB8AC3E}">
        <p14:creationId xmlns:p14="http://schemas.microsoft.com/office/powerpoint/2010/main" val="535948190"/>
      </p:ext>
    </p:extLst>
  </p:cSld>
  <p:clrMapOvr>
    <a:masterClrMapping/>
  </p:clrMapOvr>
  <mc:AlternateContent xmlns:mc="http://schemas.openxmlformats.org/markup-compatibility/2006" xmlns:p14="http://schemas.microsoft.com/office/powerpoint/2010/main">
    <mc:Choice Requires="p14">
      <p:transition spd="slow" p14:dur="3250" advClick="0" advTm="10000">
        <p14:vortex dir="r"/>
      </p:transition>
    </mc:Choice>
    <mc:Fallback xmlns="">
      <p:transition spd="slow" advClick="0" advTm="10000">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8799A7F-68F2-4A72-A490-3A1DC4932C1B}" type="datetimeFigureOut">
              <a:rPr lang="en-IN" smtClean="0"/>
              <a:t>17-09-2023</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ED77D21B-37E9-4CEC-9246-F9CE968DB62D}" type="slidenum">
              <a:rPr lang="en-IN" smtClean="0"/>
              <a:t>‹#›</a:t>
            </a:fld>
            <a:endParaRPr lang="en-IN" dirty="0"/>
          </a:p>
        </p:txBody>
      </p:sp>
    </p:spTree>
    <p:extLst>
      <p:ext uri="{BB962C8B-B14F-4D97-AF65-F5344CB8AC3E}">
        <p14:creationId xmlns:p14="http://schemas.microsoft.com/office/powerpoint/2010/main" val="1379488333"/>
      </p:ext>
    </p:extLst>
  </p:cSld>
  <p:clrMapOvr>
    <a:masterClrMapping/>
  </p:clrMapOvr>
  <mc:AlternateContent xmlns:mc="http://schemas.openxmlformats.org/markup-compatibility/2006" xmlns:p14="http://schemas.microsoft.com/office/powerpoint/2010/main">
    <mc:Choice Requires="p14">
      <p:transition spd="slow" p14:dur="3250" advClick="0" advTm="10000">
        <p14:vortex dir="r"/>
      </p:transition>
    </mc:Choice>
    <mc:Fallback xmlns="">
      <p:transition spd="slow" advClick="0" advTm="10000">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8799A7F-68F2-4A72-A490-3A1DC4932C1B}" type="datetimeFigureOut">
              <a:rPr lang="en-IN" smtClean="0"/>
              <a:t>17-09-2023</a:t>
            </a:fld>
            <a:endParaRPr lang="en-IN" dirty="0"/>
          </a:p>
        </p:txBody>
      </p:sp>
      <p:sp>
        <p:nvSpPr>
          <p:cNvPr id="8" name="Footer Placeholder 7"/>
          <p:cNvSpPr>
            <a:spLocks noGrp="1"/>
          </p:cNvSpPr>
          <p:nvPr>
            <p:ph type="ftr" sz="quarter" idx="11"/>
          </p:nvPr>
        </p:nvSpPr>
        <p:spPr/>
        <p:txBody>
          <a:bodyPr/>
          <a:lstStyle/>
          <a:p>
            <a:endParaRPr lang="en-IN" dirty="0"/>
          </a:p>
        </p:txBody>
      </p:sp>
      <p:sp>
        <p:nvSpPr>
          <p:cNvPr id="9" name="Slide Number Placeholder 8"/>
          <p:cNvSpPr>
            <a:spLocks noGrp="1"/>
          </p:cNvSpPr>
          <p:nvPr>
            <p:ph type="sldNum" sz="quarter" idx="12"/>
          </p:nvPr>
        </p:nvSpPr>
        <p:spPr/>
        <p:txBody>
          <a:bodyPr/>
          <a:lstStyle/>
          <a:p>
            <a:fld id="{ED77D21B-37E9-4CEC-9246-F9CE968DB62D}" type="slidenum">
              <a:rPr lang="en-IN" smtClean="0"/>
              <a:t>‹#›</a:t>
            </a:fld>
            <a:endParaRPr lang="en-IN" dirty="0"/>
          </a:p>
        </p:txBody>
      </p:sp>
    </p:spTree>
    <p:extLst>
      <p:ext uri="{BB962C8B-B14F-4D97-AF65-F5344CB8AC3E}">
        <p14:creationId xmlns:p14="http://schemas.microsoft.com/office/powerpoint/2010/main" val="745230762"/>
      </p:ext>
    </p:extLst>
  </p:cSld>
  <p:clrMapOvr>
    <a:masterClrMapping/>
  </p:clrMapOvr>
  <mc:AlternateContent xmlns:mc="http://schemas.openxmlformats.org/markup-compatibility/2006" xmlns:p14="http://schemas.microsoft.com/office/powerpoint/2010/main">
    <mc:Choice Requires="p14">
      <p:transition spd="slow" p14:dur="3250" advClick="0" advTm="10000">
        <p14:vortex dir="r"/>
      </p:transition>
    </mc:Choice>
    <mc:Fallback xmlns="">
      <p:transition spd="slow" advClick="0" advTm="10000">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8799A7F-68F2-4A72-A490-3A1DC4932C1B}" type="datetimeFigureOut">
              <a:rPr lang="en-IN" smtClean="0"/>
              <a:t>17-09-2023</a:t>
            </a:fld>
            <a:endParaRPr lang="en-IN" dirty="0"/>
          </a:p>
        </p:txBody>
      </p:sp>
      <p:sp>
        <p:nvSpPr>
          <p:cNvPr id="4" name="Footer Placeholder 3"/>
          <p:cNvSpPr>
            <a:spLocks noGrp="1"/>
          </p:cNvSpPr>
          <p:nvPr>
            <p:ph type="ftr" sz="quarter" idx="11"/>
          </p:nvPr>
        </p:nvSpPr>
        <p:spPr/>
        <p:txBody>
          <a:bodyPr/>
          <a:lstStyle/>
          <a:p>
            <a:endParaRPr lang="en-IN" dirty="0"/>
          </a:p>
        </p:txBody>
      </p:sp>
      <p:sp>
        <p:nvSpPr>
          <p:cNvPr id="5" name="Slide Number Placeholder 4"/>
          <p:cNvSpPr>
            <a:spLocks noGrp="1"/>
          </p:cNvSpPr>
          <p:nvPr>
            <p:ph type="sldNum" sz="quarter" idx="12"/>
          </p:nvPr>
        </p:nvSpPr>
        <p:spPr/>
        <p:txBody>
          <a:bodyPr/>
          <a:lstStyle/>
          <a:p>
            <a:fld id="{ED77D21B-37E9-4CEC-9246-F9CE968DB62D}" type="slidenum">
              <a:rPr lang="en-IN" smtClean="0"/>
              <a:t>‹#›</a:t>
            </a:fld>
            <a:endParaRPr lang="en-IN" dirty="0"/>
          </a:p>
        </p:txBody>
      </p:sp>
    </p:spTree>
    <p:extLst>
      <p:ext uri="{BB962C8B-B14F-4D97-AF65-F5344CB8AC3E}">
        <p14:creationId xmlns:p14="http://schemas.microsoft.com/office/powerpoint/2010/main" val="3506571359"/>
      </p:ext>
    </p:extLst>
  </p:cSld>
  <p:clrMapOvr>
    <a:masterClrMapping/>
  </p:clrMapOvr>
  <mc:AlternateContent xmlns:mc="http://schemas.openxmlformats.org/markup-compatibility/2006" xmlns:p14="http://schemas.microsoft.com/office/powerpoint/2010/main">
    <mc:Choice Requires="p14">
      <p:transition spd="slow" p14:dur="3250" advClick="0" advTm="10000">
        <p14:vortex dir="r"/>
      </p:transition>
    </mc:Choice>
    <mc:Fallback xmlns="">
      <p:transition spd="slow" advClick="0" advTm="10000">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8799A7F-68F2-4A72-A490-3A1DC4932C1B}" type="datetimeFigureOut">
              <a:rPr lang="en-IN" smtClean="0"/>
              <a:t>17-09-2023</a:t>
            </a:fld>
            <a:endParaRPr lang="en-IN" dirty="0"/>
          </a:p>
        </p:txBody>
      </p:sp>
      <p:sp>
        <p:nvSpPr>
          <p:cNvPr id="3" name="Footer Placeholder 2"/>
          <p:cNvSpPr>
            <a:spLocks noGrp="1"/>
          </p:cNvSpPr>
          <p:nvPr>
            <p:ph type="ftr" sz="quarter" idx="11"/>
          </p:nvPr>
        </p:nvSpPr>
        <p:spPr/>
        <p:txBody>
          <a:bodyPr/>
          <a:lstStyle/>
          <a:p>
            <a:endParaRPr lang="en-IN" dirty="0"/>
          </a:p>
        </p:txBody>
      </p:sp>
      <p:sp>
        <p:nvSpPr>
          <p:cNvPr id="4" name="Slide Number Placeholder 3"/>
          <p:cNvSpPr>
            <a:spLocks noGrp="1"/>
          </p:cNvSpPr>
          <p:nvPr>
            <p:ph type="sldNum" sz="quarter" idx="12"/>
          </p:nvPr>
        </p:nvSpPr>
        <p:spPr/>
        <p:txBody>
          <a:bodyPr/>
          <a:lstStyle/>
          <a:p>
            <a:fld id="{ED77D21B-37E9-4CEC-9246-F9CE968DB62D}" type="slidenum">
              <a:rPr lang="en-IN" smtClean="0"/>
              <a:t>‹#›</a:t>
            </a:fld>
            <a:endParaRPr lang="en-IN" dirty="0"/>
          </a:p>
        </p:txBody>
      </p:sp>
    </p:spTree>
    <p:extLst>
      <p:ext uri="{BB962C8B-B14F-4D97-AF65-F5344CB8AC3E}">
        <p14:creationId xmlns:p14="http://schemas.microsoft.com/office/powerpoint/2010/main" val="1794339485"/>
      </p:ext>
    </p:extLst>
  </p:cSld>
  <p:clrMapOvr>
    <a:masterClrMapping/>
  </p:clrMapOvr>
  <mc:AlternateContent xmlns:mc="http://schemas.openxmlformats.org/markup-compatibility/2006" xmlns:p14="http://schemas.microsoft.com/office/powerpoint/2010/main">
    <mc:Choice Requires="p14">
      <p:transition spd="slow" p14:dur="3250" advClick="0" advTm="10000">
        <p14:vortex dir="r"/>
      </p:transition>
    </mc:Choice>
    <mc:Fallback xmlns="">
      <p:transition spd="slow" advClick="0" advTm="10000">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8799A7F-68F2-4A72-A490-3A1DC4932C1B}" type="datetimeFigureOut">
              <a:rPr lang="en-IN" smtClean="0"/>
              <a:t>17-09-2023</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ED77D21B-37E9-4CEC-9246-F9CE968DB62D}" type="slidenum">
              <a:rPr lang="en-IN" smtClean="0"/>
              <a:t>‹#›</a:t>
            </a:fld>
            <a:endParaRPr lang="en-IN" dirty="0"/>
          </a:p>
        </p:txBody>
      </p:sp>
    </p:spTree>
    <p:extLst>
      <p:ext uri="{BB962C8B-B14F-4D97-AF65-F5344CB8AC3E}">
        <p14:creationId xmlns:p14="http://schemas.microsoft.com/office/powerpoint/2010/main" val="3177750350"/>
      </p:ext>
    </p:extLst>
  </p:cSld>
  <p:clrMapOvr>
    <a:masterClrMapping/>
  </p:clrMapOvr>
  <mc:AlternateContent xmlns:mc="http://schemas.openxmlformats.org/markup-compatibility/2006" xmlns:p14="http://schemas.microsoft.com/office/powerpoint/2010/main">
    <mc:Choice Requires="p14">
      <p:transition spd="slow" p14:dur="3250" advClick="0" advTm="10000">
        <p14:vortex dir="r"/>
      </p:transition>
    </mc:Choice>
    <mc:Fallback xmlns="">
      <p:transition spd="slow" advClick="0" advTm="10000">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8799A7F-68F2-4A72-A490-3A1DC4932C1B}" type="datetimeFigureOut">
              <a:rPr lang="en-IN" smtClean="0"/>
              <a:t>17-09-2023</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ED77D21B-37E9-4CEC-9246-F9CE968DB62D}" type="slidenum">
              <a:rPr lang="en-IN" smtClean="0"/>
              <a:t>‹#›</a:t>
            </a:fld>
            <a:endParaRPr lang="en-IN" dirty="0"/>
          </a:p>
        </p:txBody>
      </p:sp>
    </p:spTree>
    <p:extLst>
      <p:ext uri="{BB962C8B-B14F-4D97-AF65-F5344CB8AC3E}">
        <p14:creationId xmlns:p14="http://schemas.microsoft.com/office/powerpoint/2010/main" val="3689171229"/>
      </p:ext>
    </p:extLst>
  </p:cSld>
  <p:clrMapOvr>
    <a:masterClrMapping/>
  </p:clrMapOvr>
  <mc:AlternateContent xmlns:mc="http://schemas.openxmlformats.org/markup-compatibility/2006" xmlns:p14="http://schemas.microsoft.com/office/powerpoint/2010/main">
    <mc:Choice Requires="p14">
      <p:transition spd="slow" p14:dur="3250" advClick="0" advTm="10000">
        <p14:vortex dir="r"/>
      </p:transition>
    </mc:Choice>
    <mc:Fallback xmlns="">
      <p:transition spd="slow" advClick="0" advTm="10000">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8799A7F-68F2-4A72-A490-3A1DC4932C1B}" type="datetimeFigureOut">
              <a:rPr lang="en-IN" smtClean="0"/>
              <a:t>17-09-2023</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ED77D21B-37E9-4CEC-9246-F9CE968DB62D}" type="slidenum">
              <a:rPr lang="en-IN" smtClean="0"/>
              <a:t>‹#›</a:t>
            </a:fld>
            <a:endParaRPr lang="en-IN" dirty="0"/>
          </a:p>
        </p:txBody>
      </p:sp>
    </p:spTree>
    <p:extLst>
      <p:ext uri="{BB962C8B-B14F-4D97-AF65-F5344CB8AC3E}">
        <p14:creationId xmlns:p14="http://schemas.microsoft.com/office/powerpoint/2010/main" val="2126675681"/>
      </p:ext>
    </p:extLst>
  </p:cSld>
  <p:clrMapOvr>
    <a:masterClrMapping/>
  </p:clrMapOvr>
  <mc:AlternateContent xmlns:mc="http://schemas.openxmlformats.org/markup-compatibility/2006" xmlns:p14="http://schemas.microsoft.com/office/powerpoint/2010/main">
    <mc:Choice Requires="p14">
      <p:transition spd="slow" p14:dur="3250" advClick="0" advTm="10000">
        <p14:vortex dir="r"/>
      </p:transition>
    </mc:Choice>
    <mc:Fallback xmlns="">
      <p:transition spd="slow" advClick="0" advTm="10000">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8799A7F-68F2-4A72-A490-3A1DC4932C1B}" type="datetimeFigureOut">
              <a:rPr lang="en-IN" smtClean="0"/>
              <a:t>17-09-2023</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ED77D21B-37E9-4CEC-9246-F9CE968DB62D}" type="slidenum">
              <a:rPr lang="en-IN" smtClean="0"/>
              <a:t>‹#›</a:t>
            </a:fld>
            <a:endParaRPr lang="en-IN" dirty="0"/>
          </a:p>
        </p:txBody>
      </p:sp>
    </p:spTree>
    <p:extLst>
      <p:ext uri="{BB962C8B-B14F-4D97-AF65-F5344CB8AC3E}">
        <p14:creationId xmlns:p14="http://schemas.microsoft.com/office/powerpoint/2010/main" val="1451944926"/>
      </p:ext>
    </p:extLst>
  </p:cSld>
  <p:clrMapOvr>
    <a:masterClrMapping/>
  </p:clrMapOvr>
  <mc:AlternateContent xmlns:mc="http://schemas.openxmlformats.org/markup-compatibility/2006" xmlns:p14="http://schemas.microsoft.com/office/powerpoint/2010/main">
    <mc:Choice Requires="p14">
      <p:transition spd="slow" p14:dur="3250" advClick="0" advTm="10000">
        <p14:vortex dir="r"/>
      </p:transition>
    </mc:Choice>
    <mc:Fallback xmlns="">
      <p:transition spd="slow" advClick="0" advTm="10000">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8799A7F-68F2-4A72-A490-3A1DC4932C1B}" type="datetimeFigureOut">
              <a:rPr lang="en-IN" smtClean="0"/>
              <a:t>17-09-2023</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ED77D21B-37E9-4CEC-9246-F9CE968DB62D}" type="slidenum">
              <a:rPr lang="en-IN" smtClean="0"/>
              <a:t>‹#›</a:t>
            </a:fld>
            <a:endParaRPr lang="en-IN"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274531271"/>
      </p:ext>
    </p:extLst>
  </p:cSld>
  <p:clrMapOvr>
    <a:masterClrMapping/>
  </p:clrMapOvr>
  <mc:AlternateContent xmlns:mc="http://schemas.openxmlformats.org/markup-compatibility/2006" xmlns:p14="http://schemas.microsoft.com/office/powerpoint/2010/main">
    <mc:Choice Requires="p14">
      <p:transition spd="slow" p14:dur="3250" advClick="0" advTm="10000">
        <p14:vortex dir="r"/>
      </p:transition>
    </mc:Choice>
    <mc:Fallback xmlns="">
      <p:transition spd="slow" advClick="0" advTm="10000">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8799A7F-68F2-4A72-A490-3A1DC4932C1B}" type="datetimeFigureOut">
              <a:rPr lang="en-IN" smtClean="0"/>
              <a:t>17-09-2023</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ED77D21B-37E9-4CEC-9246-F9CE968DB62D}" type="slidenum">
              <a:rPr lang="en-IN" smtClean="0"/>
              <a:t>‹#›</a:t>
            </a:fld>
            <a:endParaRPr lang="en-IN" dirty="0"/>
          </a:p>
        </p:txBody>
      </p:sp>
    </p:spTree>
    <p:extLst>
      <p:ext uri="{BB962C8B-B14F-4D97-AF65-F5344CB8AC3E}">
        <p14:creationId xmlns:p14="http://schemas.microsoft.com/office/powerpoint/2010/main" val="494606614"/>
      </p:ext>
    </p:extLst>
  </p:cSld>
  <p:clrMapOvr>
    <a:masterClrMapping/>
  </p:clrMapOvr>
  <mc:AlternateContent xmlns:mc="http://schemas.openxmlformats.org/markup-compatibility/2006" xmlns:p14="http://schemas.microsoft.com/office/powerpoint/2010/main">
    <mc:Choice Requires="p14">
      <p:transition spd="slow" p14:dur="3250" advClick="0" advTm="10000">
        <p14:vortex dir="r"/>
      </p:transition>
    </mc:Choice>
    <mc:Fallback xmlns="">
      <p:transition spd="slow" advClick="0" advTm="10000">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B8799A7F-68F2-4A72-A490-3A1DC4932C1B}" type="datetimeFigureOut">
              <a:rPr lang="en-IN" smtClean="0"/>
              <a:t>17-09-2023</a:t>
            </a:fld>
            <a:endParaRPr lang="en-IN" dirty="0"/>
          </a:p>
        </p:txBody>
      </p:sp>
      <p:sp>
        <p:nvSpPr>
          <p:cNvPr id="4" name="Footer Placeholder 3"/>
          <p:cNvSpPr>
            <a:spLocks noGrp="1"/>
          </p:cNvSpPr>
          <p:nvPr>
            <p:ph type="ftr" sz="quarter" idx="11"/>
          </p:nvPr>
        </p:nvSpPr>
        <p:spPr/>
        <p:txBody>
          <a:bodyPr/>
          <a:lstStyle/>
          <a:p>
            <a:endParaRPr lang="en-IN" dirty="0"/>
          </a:p>
        </p:txBody>
      </p:sp>
      <p:sp>
        <p:nvSpPr>
          <p:cNvPr id="5" name="Slide Number Placeholder 4"/>
          <p:cNvSpPr>
            <a:spLocks noGrp="1"/>
          </p:cNvSpPr>
          <p:nvPr>
            <p:ph type="sldNum" sz="quarter" idx="12"/>
          </p:nvPr>
        </p:nvSpPr>
        <p:spPr/>
        <p:txBody>
          <a:bodyPr/>
          <a:lstStyle/>
          <a:p>
            <a:fld id="{ED77D21B-37E9-4CEC-9246-F9CE968DB62D}" type="slidenum">
              <a:rPr lang="en-IN" smtClean="0"/>
              <a:t>‹#›</a:t>
            </a:fld>
            <a:endParaRPr lang="en-IN" dirty="0"/>
          </a:p>
        </p:txBody>
      </p:sp>
    </p:spTree>
    <p:extLst>
      <p:ext uri="{BB962C8B-B14F-4D97-AF65-F5344CB8AC3E}">
        <p14:creationId xmlns:p14="http://schemas.microsoft.com/office/powerpoint/2010/main" val="401446452"/>
      </p:ext>
    </p:extLst>
  </p:cSld>
  <p:clrMapOvr>
    <a:masterClrMapping/>
  </p:clrMapOvr>
  <mc:AlternateContent xmlns:mc="http://schemas.openxmlformats.org/markup-compatibility/2006" xmlns:p14="http://schemas.microsoft.com/office/powerpoint/2010/main">
    <mc:Choice Requires="p14">
      <p:transition spd="slow" p14:dur="3250" advClick="0" advTm="10000">
        <p14:vortex dir="r"/>
      </p:transition>
    </mc:Choice>
    <mc:Fallback xmlns="">
      <p:transition spd="slow" advClick="0" advTm="10000">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B8799A7F-68F2-4A72-A490-3A1DC4932C1B}" type="datetimeFigureOut">
              <a:rPr lang="en-IN" smtClean="0"/>
              <a:t>17-09-2023</a:t>
            </a:fld>
            <a:endParaRPr lang="en-IN" dirty="0"/>
          </a:p>
        </p:txBody>
      </p:sp>
      <p:sp>
        <p:nvSpPr>
          <p:cNvPr id="4" name="Footer Placeholder 3"/>
          <p:cNvSpPr>
            <a:spLocks noGrp="1"/>
          </p:cNvSpPr>
          <p:nvPr>
            <p:ph type="ftr" sz="quarter" idx="11"/>
          </p:nvPr>
        </p:nvSpPr>
        <p:spPr/>
        <p:txBody>
          <a:bodyPr/>
          <a:lstStyle/>
          <a:p>
            <a:endParaRPr lang="en-IN" dirty="0"/>
          </a:p>
        </p:txBody>
      </p:sp>
      <p:sp>
        <p:nvSpPr>
          <p:cNvPr id="5" name="Slide Number Placeholder 4"/>
          <p:cNvSpPr>
            <a:spLocks noGrp="1"/>
          </p:cNvSpPr>
          <p:nvPr>
            <p:ph type="sldNum" sz="quarter" idx="12"/>
          </p:nvPr>
        </p:nvSpPr>
        <p:spPr/>
        <p:txBody>
          <a:bodyPr/>
          <a:lstStyle/>
          <a:p>
            <a:fld id="{ED77D21B-37E9-4CEC-9246-F9CE968DB62D}" type="slidenum">
              <a:rPr lang="en-IN" smtClean="0"/>
              <a:t>‹#›</a:t>
            </a:fld>
            <a:endParaRPr lang="en-IN" dirty="0"/>
          </a:p>
        </p:txBody>
      </p:sp>
    </p:spTree>
    <p:extLst>
      <p:ext uri="{BB962C8B-B14F-4D97-AF65-F5344CB8AC3E}">
        <p14:creationId xmlns:p14="http://schemas.microsoft.com/office/powerpoint/2010/main" val="3084541948"/>
      </p:ext>
    </p:extLst>
  </p:cSld>
  <p:clrMapOvr>
    <a:masterClrMapping/>
  </p:clrMapOvr>
  <mc:AlternateContent xmlns:mc="http://schemas.openxmlformats.org/markup-compatibility/2006" xmlns:p14="http://schemas.microsoft.com/office/powerpoint/2010/main">
    <mc:Choice Requires="p14">
      <p:transition spd="slow" p14:dur="3250" advClick="0" advTm="10000">
        <p14:vortex dir="r"/>
      </p:transition>
    </mc:Choice>
    <mc:Fallback xmlns="">
      <p:transition spd="slow" advClick="0" advTm="10000">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8799A7F-68F2-4A72-A490-3A1DC4932C1B}" type="datetimeFigureOut">
              <a:rPr lang="en-IN" smtClean="0"/>
              <a:t>17-09-2023</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ED77D21B-37E9-4CEC-9246-F9CE968DB62D}" type="slidenum">
              <a:rPr lang="en-IN" smtClean="0"/>
              <a:t>‹#›</a:t>
            </a:fld>
            <a:endParaRPr lang="en-IN" dirty="0"/>
          </a:p>
        </p:txBody>
      </p:sp>
    </p:spTree>
    <p:extLst>
      <p:ext uri="{BB962C8B-B14F-4D97-AF65-F5344CB8AC3E}">
        <p14:creationId xmlns:p14="http://schemas.microsoft.com/office/powerpoint/2010/main" val="279710803"/>
      </p:ext>
    </p:extLst>
  </p:cSld>
  <p:clrMapOvr>
    <a:masterClrMapping/>
  </p:clrMapOvr>
  <mc:AlternateContent xmlns:mc="http://schemas.openxmlformats.org/markup-compatibility/2006" xmlns:p14="http://schemas.microsoft.com/office/powerpoint/2010/main">
    <mc:Choice Requires="p14">
      <p:transition spd="slow" p14:dur="3250" advClick="0" advTm="10000">
        <p14:vortex dir="r"/>
      </p:transition>
    </mc:Choice>
    <mc:Fallback xmlns="">
      <p:transition spd="slow" advClick="0" advTm="10000">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8799A7F-68F2-4A72-A490-3A1DC4932C1B}" type="datetimeFigureOut">
              <a:rPr lang="en-IN" smtClean="0"/>
              <a:t>17-09-2023</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ED77D21B-37E9-4CEC-9246-F9CE968DB62D}" type="slidenum">
              <a:rPr lang="en-IN" smtClean="0"/>
              <a:t>‹#›</a:t>
            </a:fld>
            <a:endParaRPr lang="en-IN" dirty="0"/>
          </a:p>
        </p:txBody>
      </p:sp>
    </p:spTree>
    <p:extLst>
      <p:ext uri="{BB962C8B-B14F-4D97-AF65-F5344CB8AC3E}">
        <p14:creationId xmlns:p14="http://schemas.microsoft.com/office/powerpoint/2010/main" val="3374655233"/>
      </p:ext>
    </p:extLst>
  </p:cSld>
  <p:clrMapOvr>
    <a:masterClrMapping/>
  </p:clrMapOvr>
  <mc:AlternateContent xmlns:mc="http://schemas.openxmlformats.org/markup-compatibility/2006" xmlns:p14="http://schemas.microsoft.com/office/powerpoint/2010/main">
    <mc:Choice Requires="p14">
      <p:transition spd="slow" p14:dur="3250" advClick="0" advTm="10000">
        <p14:vortex dir="r"/>
      </p:transition>
    </mc:Choice>
    <mc:Fallback xmlns="">
      <p:transition spd="slow" advClick="0" advTm="10000">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8" name="Group 7"/>
          <p:cNvGrpSpPr/>
          <p:nvPr/>
        </p:nvGrpSpPr>
        <p:grpSpPr>
          <a:xfrm>
            <a:off x="-14288" y="0"/>
            <a:ext cx="12053888" cy="6858001"/>
            <a:chOff x="-14288" y="0"/>
            <a:chExt cx="12053888" cy="6858001"/>
          </a:xfrm>
          <a:gradFill flip="none" rotWithShape="1">
            <a:gsLst>
              <a:gs pos="0">
                <a:schemeClr val="tx2"/>
              </a:gs>
              <a:gs pos="100000">
                <a:schemeClr val="tx2">
                  <a:lumMod val="50000"/>
                </a:schemeClr>
              </a:gs>
            </a:gsLst>
            <a:lin ang="5400000" scaled="0"/>
            <a:tileRect/>
          </a:gradFill>
        </p:grpSpPr>
        <p:grpSp>
          <p:nvGrpSpPr>
            <p:cNvPr id="9" name="Group 8"/>
            <p:cNvGrpSpPr/>
            <p:nvPr/>
          </p:nvGrpSpPr>
          <p:grpSpPr>
            <a:xfrm>
              <a:off x="-14288" y="0"/>
              <a:ext cx="1220788" cy="6858001"/>
              <a:chOff x="-14288" y="0"/>
              <a:chExt cx="1220788" cy="6858001"/>
            </a:xfrm>
            <a:grp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p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B8799A7F-68F2-4A72-A490-3A1DC4932C1B}" type="datetimeFigureOut">
              <a:rPr lang="en-IN" smtClean="0"/>
              <a:t>17-09-2023</a:t>
            </a:fld>
            <a:endParaRPr lang="en-IN"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IN"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ED77D21B-37E9-4CEC-9246-F9CE968DB62D}" type="slidenum">
              <a:rPr lang="en-IN" smtClean="0"/>
              <a:t>‹#›</a:t>
            </a:fld>
            <a:endParaRPr lang="en-IN" dirty="0"/>
          </a:p>
        </p:txBody>
      </p:sp>
    </p:spTree>
    <p:extLst>
      <p:ext uri="{BB962C8B-B14F-4D97-AF65-F5344CB8AC3E}">
        <p14:creationId xmlns:p14="http://schemas.microsoft.com/office/powerpoint/2010/main" val="3252800106"/>
      </p:ext>
    </p:extLst>
  </p:cSld>
  <p:clrMap bg1="dk1" tx1="lt1" bg2="dk2" tx2="lt2" accent1="accent1" accent2="accent2" accent3="accent3" accent4="accent4" accent5="accent5" accent6="accent6" hlink="hlink" folHlink="folHlink"/>
  <p:sldLayoutIdLst>
    <p:sldLayoutId id="2147483751" r:id="rId1"/>
    <p:sldLayoutId id="2147483752" r:id="rId2"/>
    <p:sldLayoutId id="2147483753" r:id="rId3"/>
    <p:sldLayoutId id="2147483754" r:id="rId4"/>
    <p:sldLayoutId id="2147483755" r:id="rId5"/>
    <p:sldLayoutId id="2147483756" r:id="rId6"/>
    <p:sldLayoutId id="2147483757" r:id="rId7"/>
    <p:sldLayoutId id="2147483758" r:id="rId8"/>
    <p:sldLayoutId id="2147483759" r:id="rId9"/>
    <p:sldLayoutId id="2147483760" r:id="rId10"/>
    <p:sldLayoutId id="2147483761" r:id="rId11"/>
    <p:sldLayoutId id="2147483762" r:id="rId12"/>
    <p:sldLayoutId id="2147483763" r:id="rId13"/>
    <p:sldLayoutId id="2147483764" r:id="rId14"/>
    <p:sldLayoutId id="2147483765" r:id="rId15"/>
    <p:sldLayoutId id="2147483766" r:id="rId16"/>
    <p:sldLayoutId id="2147483767" r:id="rId17"/>
  </p:sldLayoutIdLst>
  <mc:AlternateContent xmlns:mc="http://schemas.openxmlformats.org/markup-compatibility/2006" xmlns:p14="http://schemas.microsoft.com/office/powerpoint/2010/main">
    <mc:Choice Requires="p14">
      <p:transition spd="slow" p14:dur="3250" advClick="0" advTm="10000">
        <p14:vortex dir="r"/>
      </p:transition>
    </mc:Choice>
    <mc:Fallback xmlns="">
      <p:transition spd="slow" advClick="0" advTm="10000">
        <p:fade/>
      </p:transition>
    </mc:Fallback>
  </mc:AlternateConten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hyperlink" Target="https://www.tocarufar.com/en/Bombos-de-Portugal/Equipa-Espiral-Associacao-Humanitaria-Cultural-e-Recreativa---Se" TargetMode="External"/></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pixabay.com/pt/logotipo-html-html5-%C3%ADcone-2582748/" TargetMode="External"/><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pixabay.com/ru/css-web-%D1%80%D0%B0%D0%B7%D1%80%D0%B0%D0%B1%D0%BE%D1%82%D0%BA%D0%B0-%D0%BF%D1%80%D0%BE%D0%B3%D1%80%D0%B0%D0%BC%D0%BC%D0%B8%D1%80%D0%BE%D0%B2%D0%B0%D0%BD%D0%B8%D0%B5-2189148/" TargetMode="External"/><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hyperlink" Target="https://wiki.sugarlabs.org/go/Summer_of_Code/2014" TargetMode="External"/><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commons.wikimedia.org/wiki/File:PHP-logo.svg" TargetMode="External"/><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hyperlink" Target="https://pixabay.com/ru/css-web-%D1%80%D0%B0%D0%B7%D1%80%D0%B0%D0%B1%D0%BE%D1%82%D0%BA%D0%B0-%D0%BF%D1%80%D0%BE%D0%B3%D1%80%D0%B0%D0%BC%D0%BC%D0%B8%D1%80%D0%BE%D0%B2%D0%B0%D0%BD%D0%B8%D0%B5-2189148/" TargetMode="External"/><Relationship Id="rId7" Type="http://schemas.openxmlformats.org/officeDocument/2006/relationships/hyperlink" Target="https://commons.wikimedia.org/wiki/File:PHP-logo.svg" TargetMode="External"/><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hyperlink" Target="https://pixabay.com/pt/logotipo-html-html5-%C3%ADcone-2582748/" TargetMode="External"/><Relationship Id="rId4" Type="http://schemas.openxmlformats.org/officeDocument/2006/relationships/image" Target="../media/image8.png"/><Relationship Id="rId9" Type="http://schemas.openxmlformats.org/officeDocument/2006/relationships/hyperlink" Target="https://wiki.sugarlabs.org/go/Summer_of_Code/2014"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Diagonal Corners Rounded 12">
            <a:extLst>
              <a:ext uri="{FF2B5EF4-FFF2-40B4-BE49-F238E27FC236}">
                <a16:creationId xmlns:a16="http://schemas.microsoft.com/office/drawing/2014/main" id="{7CDAA26F-7A38-41A6-C34D-C4D8EC69A486}"/>
              </a:ext>
            </a:extLst>
          </p:cNvPr>
          <p:cNvSpPr/>
          <p:nvPr/>
        </p:nvSpPr>
        <p:spPr>
          <a:xfrm>
            <a:off x="4634753" y="1502849"/>
            <a:ext cx="4921624" cy="582145"/>
          </a:xfrm>
          <a:prstGeom prst="round2DiagRect">
            <a:avLst/>
          </a:prstGeom>
          <a:scene3d>
            <a:camera prst="orthographicFront"/>
            <a:lightRig rig="threePt" dir="t"/>
          </a:scene3d>
          <a:sp3d>
            <a:bevelT w="165100" prst="coolSlant"/>
          </a:sp3d>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IN" dirty="0"/>
          </a:p>
        </p:txBody>
      </p:sp>
      <p:sp>
        <p:nvSpPr>
          <p:cNvPr id="4" name="Rectangle: Rounded Corners 3">
            <a:extLst>
              <a:ext uri="{FF2B5EF4-FFF2-40B4-BE49-F238E27FC236}">
                <a16:creationId xmlns:a16="http://schemas.microsoft.com/office/drawing/2014/main" id="{9E476BB9-331D-3954-00AE-3EF6A44201D3}"/>
              </a:ext>
            </a:extLst>
          </p:cNvPr>
          <p:cNvSpPr/>
          <p:nvPr/>
        </p:nvSpPr>
        <p:spPr>
          <a:xfrm>
            <a:off x="995082" y="205302"/>
            <a:ext cx="8292354" cy="1237129"/>
          </a:xfrm>
          <a:prstGeom prst="roundRect">
            <a:avLst>
              <a:gd name="adj" fmla="val 50000"/>
            </a:avLst>
          </a:prstGeom>
          <a:scene3d>
            <a:camera prst="orthographicFront"/>
            <a:lightRig rig="threePt" dir="t"/>
          </a:scene3d>
          <a:sp3d>
            <a:bevelT w="139700" h="139700" prst="divot"/>
          </a:sp3d>
        </p:spPr>
        <p:style>
          <a:lnRef idx="1">
            <a:schemeClr val="accent6"/>
          </a:lnRef>
          <a:fillRef idx="3">
            <a:schemeClr val="accent6"/>
          </a:fillRef>
          <a:effectRef idx="2">
            <a:schemeClr val="accent6"/>
          </a:effectRef>
          <a:fontRef idx="minor">
            <a:schemeClr val="lt1"/>
          </a:fontRef>
        </p:style>
        <p:txBody>
          <a:bodyPr rtlCol="0" anchor="ctr"/>
          <a:lstStyle/>
          <a:p>
            <a:pPr algn="ctr"/>
            <a:endParaRPr lang="en-IN" dirty="0">
              <a:ln w="0"/>
              <a:solidFill>
                <a:schemeClr val="tx1"/>
              </a:solidFill>
              <a:effectLst>
                <a:outerShdw blurRad="38100" dist="19050" dir="2700000" algn="tl" rotWithShape="0">
                  <a:schemeClr val="dk1">
                    <a:alpha val="40000"/>
                  </a:schemeClr>
                </a:outerShdw>
              </a:effectLst>
            </a:endParaRPr>
          </a:p>
        </p:txBody>
      </p:sp>
      <p:sp>
        <p:nvSpPr>
          <p:cNvPr id="2" name="Title 1">
            <a:extLst>
              <a:ext uri="{FF2B5EF4-FFF2-40B4-BE49-F238E27FC236}">
                <a16:creationId xmlns:a16="http://schemas.microsoft.com/office/drawing/2014/main" id="{0D1E9047-C834-DF78-1B35-1B182DE9D98F}"/>
              </a:ext>
            </a:extLst>
          </p:cNvPr>
          <p:cNvSpPr>
            <a:spLocks noGrp="1"/>
          </p:cNvSpPr>
          <p:nvPr>
            <p:ph type="ctrTitle"/>
          </p:nvPr>
        </p:nvSpPr>
        <p:spPr>
          <a:xfrm>
            <a:off x="1524000" y="180508"/>
            <a:ext cx="9144000" cy="1145708"/>
          </a:xfrm>
          <a:noFill/>
          <a:ln>
            <a:noFill/>
          </a:ln>
        </p:spPr>
        <p:style>
          <a:lnRef idx="2">
            <a:schemeClr val="accent5">
              <a:shade val="15000"/>
            </a:schemeClr>
          </a:lnRef>
          <a:fillRef idx="1">
            <a:schemeClr val="accent5"/>
          </a:fillRef>
          <a:effectRef idx="0">
            <a:schemeClr val="accent5"/>
          </a:effectRef>
          <a:fontRef idx="minor">
            <a:schemeClr val="lt1"/>
          </a:fontRef>
        </p:style>
        <p:txBody>
          <a:bodyPr>
            <a:normAutofit/>
          </a:bodyPr>
          <a:lstStyle/>
          <a:p>
            <a:r>
              <a:rPr lang="en-IN" sz="6600" b="1" dirty="0">
                <a:ln w="22225">
                  <a:solidFill>
                    <a:schemeClr val="accent2"/>
                  </a:solidFill>
                  <a:prstDash val="solid"/>
                </a:ln>
                <a:solidFill>
                  <a:schemeClr val="accent2">
                    <a:lumMod val="40000"/>
                    <a:lumOff val="60000"/>
                  </a:schemeClr>
                </a:solidFill>
                <a:effectLst>
                  <a:outerShdw blurRad="38100" dist="38100" dir="2700000" algn="tl">
                    <a:srgbClr val="000000">
                      <a:alpha val="43137"/>
                    </a:srgbClr>
                  </a:outerShdw>
                </a:effectLst>
                <a:latin typeface="Cascadia Code SemiBold" panose="020B0609020000020004" pitchFamily="49" charset="0"/>
                <a:ea typeface="Cascadia Code SemiBold" panose="020B0609020000020004" pitchFamily="49" charset="0"/>
                <a:cs typeface="Cascadia Code SemiBold" panose="020B0609020000020004" pitchFamily="49" charset="0"/>
              </a:rPr>
              <a:t>Web</a:t>
            </a:r>
            <a:r>
              <a:rPr lang="en-IN" sz="6600" dirty="0">
                <a:latin typeface="Cascadia Code SemiBold" panose="020B0609020000020004" pitchFamily="49" charset="0"/>
                <a:ea typeface="Cascadia Code SemiBold" panose="020B0609020000020004" pitchFamily="49" charset="0"/>
                <a:cs typeface="Cascadia Code SemiBold" panose="020B0609020000020004" pitchFamily="49" charset="0"/>
              </a:rPr>
              <a:t> </a:t>
            </a:r>
            <a:r>
              <a:rPr lang="en-IN" sz="6600" b="1" dirty="0">
                <a:ln w="22225">
                  <a:solidFill>
                    <a:schemeClr val="accent2"/>
                  </a:solidFill>
                  <a:prstDash val="solid"/>
                </a:ln>
                <a:solidFill>
                  <a:schemeClr val="accent2">
                    <a:lumMod val="40000"/>
                    <a:lumOff val="60000"/>
                  </a:schemeClr>
                </a:solidFill>
                <a:latin typeface="Cascadia Code SemiBold" panose="020B0609020000020004" pitchFamily="49" charset="0"/>
                <a:ea typeface="Cascadia Code SemiBold" panose="020B0609020000020004" pitchFamily="49" charset="0"/>
                <a:cs typeface="Cascadia Code SemiBold" panose="020B0609020000020004" pitchFamily="49" charset="0"/>
              </a:rPr>
              <a:t>application</a:t>
            </a:r>
            <a:endParaRPr lang="en-IN" sz="6600" dirty="0">
              <a:latin typeface="Cascadia Code SemiBold" panose="020B0609020000020004" pitchFamily="49" charset="0"/>
              <a:ea typeface="Cascadia Code SemiBold" panose="020B0609020000020004" pitchFamily="49" charset="0"/>
              <a:cs typeface="Cascadia Code SemiBold" panose="020B0609020000020004" pitchFamily="49" charset="0"/>
            </a:endParaRPr>
          </a:p>
        </p:txBody>
      </p:sp>
      <p:sp>
        <p:nvSpPr>
          <p:cNvPr id="11" name="Subtitle 10">
            <a:extLst>
              <a:ext uri="{FF2B5EF4-FFF2-40B4-BE49-F238E27FC236}">
                <a16:creationId xmlns:a16="http://schemas.microsoft.com/office/drawing/2014/main" id="{461BB805-4ECD-5F2A-0BA6-A9879C57EDA8}"/>
              </a:ext>
            </a:extLst>
          </p:cNvPr>
          <p:cNvSpPr>
            <a:spLocks noGrp="1"/>
          </p:cNvSpPr>
          <p:nvPr>
            <p:ph type="subTitle" idx="1"/>
          </p:nvPr>
        </p:nvSpPr>
        <p:spPr>
          <a:xfrm>
            <a:off x="4715436" y="1502849"/>
            <a:ext cx="3881809" cy="485868"/>
          </a:xfrm>
        </p:spPr>
        <p:txBody>
          <a:bodyPr>
            <a:normAutofit lnSpcReduction="10000"/>
          </a:bodyPr>
          <a:lstStyle/>
          <a:p>
            <a:r>
              <a:rPr lang="en-IN" b="1" cap="none" spc="50" dirty="0">
                <a:ln w="0"/>
                <a:solidFill>
                  <a:schemeClr val="bg2"/>
                </a:solidFill>
                <a:latin typeface="Arial Narrow" panose="020B0606020202030204" pitchFamily="34" charset="0"/>
              </a:rPr>
              <a:t>Website</a:t>
            </a:r>
            <a:r>
              <a:rPr lang="en-IN" b="1" cap="none" spc="50" dirty="0">
                <a:ln w="0"/>
                <a:solidFill>
                  <a:schemeClr val="bg2"/>
                </a:solidFill>
                <a:effectLst>
                  <a:innerShdw blurRad="63500" dist="50800" dir="13500000">
                    <a:srgbClr val="000000">
                      <a:alpha val="50000"/>
                    </a:srgbClr>
                  </a:innerShdw>
                </a:effectLst>
                <a:latin typeface="Arial Narrow" panose="020B0606020202030204" pitchFamily="34" charset="0"/>
              </a:rPr>
              <a:t> designing make </a:t>
            </a:r>
            <a:r>
              <a:rPr lang="en-IN" sz="2400" b="1" cap="none" spc="50" dirty="0">
                <a:ln w="0"/>
                <a:solidFill>
                  <a:schemeClr val="bg2"/>
                </a:solidFill>
                <a:effectLst>
                  <a:innerShdw blurRad="63500" dist="50800" dir="13500000">
                    <a:srgbClr val="000000">
                      <a:alpha val="50000"/>
                    </a:srgbClr>
                  </a:innerShdw>
                </a:effectLst>
                <a:latin typeface="Arial Narrow" panose="020B0606020202030204" pitchFamily="34" charset="0"/>
              </a:rPr>
              <a:t>a</a:t>
            </a:r>
            <a:r>
              <a:rPr lang="en-IN" b="1" cap="none" spc="50" dirty="0">
                <a:ln w="0"/>
                <a:solidFill>
                  <a:schemeClr val="bg2"/>
                </a:solidFill>
                <a:effectLst>
                  <a:innerShdw blurRad="63500" dist="50800" dir="13500000">
                    <a:srgbClr val="000000">
                      <a:alpha val="50000"/>
                    </a:srgbClr>
                  </a:innerShdw>
                </a:effectLst>
                <a:latin typeface="Arial Narrow" panose="020B0606020202030204" pitchFamily="34" charset="0"/>
              </a:rPr>
              <a:t>ttractive</a:t>
            </a:r>
          </a:p>
        </p:txBody>
      </p:sp>
      <p:sp>
        <p:nvSpPr>
          <p:cNvPr id="18" name="Rectangle: Rounded Corners 17">
            <a:extLst>
              <a:ext uri="{FF2B5EF4-FFF2-40B4-BE49-F238E27FC236}">
                <a16:creationId xmlns:a16="http://schemas.microsoft.com/office/drawing/2014/main" id="{D467B97A-8B36-7808-8330-58CFE54B3D2A}"/>
              </a:ext>
            </a:extLst>
          </p:cNvPr>
          <p:cNvSpPr/>
          <p:nvPr/>
        </p:nvSpPr>
        <p:spPr>
          <a:xfrm>
            <a:off x="1631575" y="2289082"/>
            <a:ext cx="8516471" cy="4308942"/>
          </a:xfrm>
          <a:prstGeom prst="roundRect">
            <a:avLst/>
          </a:prstGeom>
          <a:blipFill dpi="0" rotWithShape="1">
            <a:blip r:embed="rId2">
              <a:extLst>
                <a:ext uri="{28A0092B-C50C-407E-A947-70E740481C1C}">
                  <a14:useLocalDpi xmlns:a14="http://schemas.microsoft.com/office/drawing/2010/main" val="0"/>
                </a:ext>
              </a:extLst>
            </a:blip>
            <a:srcRect/>
            <a:stretch>
              <a:fillRect/>
            </a:stretch>
          </a:blipFill>
          <a:ln>
            <a:noFill/>
          </a:ln>
          <a:scene3d>
            <a:camera prst="orthographicFront"/>
            <a:lightRig rig="threePt" dir="t"/>
          </a:scene3d>
          <a:sp3d>
            <a:bevelT w="114300" prst="artDeco"/>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9" name="Rectangle 18">
            <a:extLst>
              <a:ext uri="{FF2B5EF4-FFF2-40B4-BE49-F238E27FC236}">
                <a16:creationId xmlns:a16="http://schemas.microsoft.com/office/drawing/2014/main" id="{3F9CF42C-DD87-0BBC-7334-56EA4AB22646}"/>
              </a:ext>
            </a:extLst>
          </p:cNvPr>
          <p:cNvSpPr/>
          <p:nvPr/>
        </p:nvSpPr>
        <p:spPr>
          <a:xfrm>
            <a:off x="10246659" y="1599125"/>
            <a:ext cx="1470212" cy="1027533"/>
          </a:xfrm>
          <a:prstGeom prst="rect">
            <a:avLst/>
          </a:prstGeom>
          <a:blipFill dpi="0" rotWithShape="1">
            <a:blip r:embed="rId3">
              <a:duotone>
                <a:schemeClr val="accent1">
                  <a:shade val="45000"/>
                  <a:satMod val="135000"/>
                </a:schemeClr>
                <a:prstClr val="white"/>
              </a:duotone>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extLst>
      <p:ext uri="{BB962C8B-B14F-4D97-AF65-F5344CB8AC3E}">
        <p14:creationId xmlns:p14="http://schemas.microsoft.com/office/powerpoint/2010/main" val="2005320929"/>
      </p:ext>
    </p:extLst>
  </p:cSld>
  <p:clrMapOvr>
    <a:masterClrMapping/>
  </p:clrMapOvr>
  <mc:AlternateContent xmlns:mc="http://schemas.openxmlformats.org/markup-compatibility/2006" xmlns:p14="http://schemas.microsoft.com/office/powerpoint/2010/main">
    <mc:Choice Requires="p14">
      <p:transition spd="slow" p14:dur="3250" advClick="0" advTm="10000">
        <p14:vortex dir="r"/>
      </p:transition>
    </mc:Choice>
    <mc:Fallback xmlns="">
      <p:transition spd="slow" advClick="0" advTm="10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2000"/>
                                        <p:tgtEl>
                                          <p:spTgt spid="19"/>
                                        </p:tgtEl>
                                      </p:cBhvr>
                                    </p:animEffect>
                                    <p:anim calcmode="lin" valueType="num">
                                      <p:cBhvr>
                                        <p:cTn id="8" dur="2000" fill="hold"/>
                                        <p:tgtEl>
                                          <p:spTgt spid="19"/>
                                        </p:tgtEl>
                                        <p:attrNameLst>
                                          <p:attrName>ppt_w</p:attrName>
                                        </p:attrNameLst>
                                      </p:cBhvr>
                                      <p:tavLst>
                                        <p:tav tm="0" fmla="#ppt_w*sin(2.5*pi*$)">
                                          <p:val>
                                            <p:fltVal val="0"/>
                                          </p:val>
                                        </p:tav>
                                        <p:tav tm="100000">
                                          <p:val>
                                            <p:fltVal val="1"/>
                                          </p:val>
                                        </p:tav>
                                      </p:tavLst>
                                    </p:anim>
                                    <p:anim calcmode="lin" valueType="num">
                                      <p:cBhvr>
                                        <p:cTn id="9" dur="2000" fill="hold"/>
                                        <p:tgtEl>
                                          <p:spTgt spid="19"/>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7F38E1-A3F6-9A0E-DEB9-25760AEF717A}"/>
              </a:ext>
            </a:extLst>
          </p:cNvPr>
          <p:cNvSpPr>
            <a:spLocks noGrp="1"/>
          </p:cNvSpPr>
          <p:nvPr>
            <p:ph type="title"/>
          </p:nvPr>
        </p:nvSpPr>
        <p:spPr>
          <a:xfrm>
            <a:off x="717829" y="165848"/>
            <a:ext cx="9404723" cy="1400530"/>
          </a:xfrm>
        </p:spPr>
        <p:txBody>
          <a:bodyPr/>
          <a:lstStyle/>
          <a:p>
            <a:r>
              <a:rPr lang="en-IN" sz="4400" dirty="0">
                <a:latin typeface="Monotype Corsiva" panose="03010101010201010101" pitchFamily="66" charset="0"/>
              </a:rPr>
              <a:t>What is website </a:t>
            </a:r>
          </a:p>
        </p:txBody>
      </p:sp>
      <p:sp>
        <p:nvSpPr>
          <p:cNvPr id="3" name="Content Placeholder 2">
            <a:extLst>
              <a:ext uri="{FF2B5EF4-FFF2-40B4-BE49-F238E27FC236}">
                <a16:creationId xmlns:a16="http://schemas.microsoft.com/office/drawing/2014/main" id="{FEA37C53-36B1-CFE5-F2DF-A6AFEB0AE845}"/>
              </a:ext>
            </a:extLst>
          </p:cNvPr>
          <p:cNvSpPr>
            <a:spLocks noGrp="1"/>
          </p:cNvSpPr>
          <p:nvPr>
            <p:ph idx="1"/>
          </p:nvPr>
        </p:nvSpPr>
        <p:spPr>
          <a:xfrm>
            <a:off x="838200" y="1825625"/>
            <a:ext cx="6423212" cy="3427693"/>
          </a:xfrm>
        </p:spPr>
        <p:txBody>
          <a:bodyPr>
            <a:normAutofit fontScale="85000" lnSpcReduction="20000"/>
          </a:bodyPr>
          <a:lstStyle/>
          <a:p>
            <a:pPr algn="just">
              <a:buFont typeface="Abadi" panose="020B0604020104020204" pitchFamily="34" charset="0"/>
              <a:buChar char="◦"/>
            </a:pPr>
            <a:r>
              <a:rPr lang="en-US" i="0" dirty="0">
                <a:effectLst/>
                <a:latin typeface="Georgia" panose="02040502050405020303" pitchFamily="18" charset="0"/>
              </a:rPr>
              <a:t>A website is a collection of web pages and related content that is identified by a common domain name and published on at least one web server. Websites are typically dedicated to a particular topic or purpose, such as news, education, commerce, entertainment or social networking.</a:t>
            </a:r>
          </a:p>
          <a:p>
            <a:pPr algn="just">
              <a:buFont typeface="Abadi" panose="020B0604020104020204" pitchFamily="34" charset="0"/>
              <a:buChar char="◦"/>
            </a:pPr>
            <a:r>
              <a:rPr lang="en-US" b="0" i="0" dirty="0">
                <a:effectLst/>
                <a:latin typeface="Georgia" panose="02040502050405020303" pitchFamily="18" charset="0"/>
              </a:rPr>
              <a:t>A website is a collection of files accessed through a web address, covering a particular theme or subject, and managed by a particular person or organization. Its opening page is called a home page.</a:t>
            </a:r>
            <a:endParaRPr lang="en-IN" dirty="0">
              <a:latin typeface="Georgia" panose="02040502050405020303" pitchFamily="18" charset="0"/>
            </a:endParaRPr>
          </a:p>
        </p:txBody>
      </p:sp>
      <p:sp>
        <p:nvSpPr>
          <p:cNvPr id="4" name="Rectangle: Rounded Corners 3">
            <a:extLst>
              <a:ext uri="{FF2B5EF4-FFF2-40B4-BE49-F238E27FC236}">
                <a16:creationId xmlns:a16="http://schemas.microsoft.com/office/drawing/2014/main" id="{E1C78455-65D6-4031-112A-F9E21ED32247}"/>
              </a:ext>
            </a:extLst>
          </p:cNvPr>
          <p:cNvSpPr/>
          <p:nvPr/>
        </p:nvSpPr>
        <p:spPr>
          <a:xfrm>
            <a:off x="7512425" y="1341064"/>
            <a:ext cx="4392706" cy="3320584"/>
          </a:xfrm>
          <a:prstGeom prst="roundRect">
            <a:avLst/>
          </a:prstGeom>
          <a:blipFill dpi="0" rotWithShape="1">
            <a:blip r:embed="rId2">
              <a:extLst>
                <a:ext uri="{28A0092B-C50C-407E-A947-70E740481C1C}">
                  <a14:useLocalDpi xmlns:a14="http://schemas.microsoft.com/office/drawing/2010/main" val="0"/>
                </a:ext>
              </a:extLst>
            </a:blip>
            <a:srcRect/>
            <a:stretch>
              <a:fillRect/>
            </a:stretch>
          </a:blipFill>
          <a:ln>
            <a:noFill/>
          </a:ln>
          <a:scene3d>
            <a:camera prst="orthographicFront"/>
            <a:lightRig rig="threePt" dir="t"/>
          </a:scene3d>
          <a:sp3d>
            <a:bevelT prst="angle"/>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extLst>
      <p:ext uri="{BB962C8B-B14F-4D97-AF65-F5344CB8AC3E}">
        <p14:creationId xmlns:p14="http://schemas.microsoft.com/office/powerpoint/2010/main" val="2046573569"/>
      </p:ext>
    </p:extLst>
  </p:cSld>
  <p:clrMapOvr>
    <a:masterClrMapping/>
  </p:clrMapOvr>
  <mc:AlternateContent xmlns:mc="http://schemas.openxmlformats.org/markup-compatibility/2006" xmlns:p14="http://schemas.microsoft.com/office/powerpoint/2010/main">
    <mc:Choice Requires="p14">
      <p:transition spd="slow" p14:dur="3250" advClick="0" advTm="10000">
        <p14:vortex dir="r"/>
      </p:transition>
    </mc:Choice>
    <mc:Fallback xmlns="">
      <p:transition spd="slow" advClick="0" advTm="10000">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6410CD-61A0-6D68-1614-0DC276D30D0F}"/>
              </a:ext>
            </a:extLst>
          </p:cNvPr>
          <p:cNvSpPr>
            <a:spLocks noGrp="1"/>
          </p:cNvSpPr>
          <p:nvPr>
            <p:ph type="title"/>
          </p:nvPr>
        </p:nvSpPr>
        <p:spPr>
          <a:xfrm>
            <a:off x="4679577" y="487829"/>
            <a:ext cx="6069106" cy="898899"/>
          </a:xfrm>
        </p:spPr>
        <p:txBody>
          <a:bodyPr>
            <a:normAutofit fontScale="90000"/>
          </a:bodyPr>
          <a:lstStyle/>
          <a:p>
            <a:r>
              <a:rPr lang="en-IN" sz="4400" dirty="0">
                <a:latin typeface="Monotype Corsiva" panose="03010101010201010101" pitchFamily="66" charset="0"/>
              </a:rPr>
              <a:t>Types of website language</a:t>
            </a:r>
          </a:p>
        </p:txBody>
      </p:sp>
      <p:sp>
        <p:nvSpPr>
          <p:cNvPr id="3" name="Content Placeholder 2">
            <a:extLst>
              <a:ext uri="{FF2B5EF4-FFF2-40B4-BE49-F238E27FC236}">
                <a16:creationId xmlns:a16="http://schemas.microsoft.com/office/drawing/2014/main" id="{67095C8D-2A7B-5DD4-3F67-6393C545B28B}"/>
              </a:ext>
            </a:extLst>
          </p:cNvPr>
          <p:cNvSpPr>
            <a:spLocks noGrp="1"/>
          </p:cNvSpPr>
          <p:nvPr>
            <p:ph idx="1"/>
          </p:nvPr>
        </p:nvSpPr>
        <p:spPr>
          <a:xfrm>
            <a:off x="6539753" y="1906307"/>
            <a:ext cx="5168153" cy="2253317"/>
          </a:xfrm>
        </p:spPr>
        <p:txBody>
          <a:bodyPr>
            <a:normAutofit fontScale="85000" lnSpcReduction="20000"/>
          </a:bodyPr>
          <a:lstStyle/>
          <a:p>
            <a:pPr algn="just">
              <a:buFont typeface="Abadi" panose="020B0604020104020204" pitchFamily="34" charset="0"/>
              <a:buChar char="◦"/>
            </a:pPr>
            <a:r>
              <a:rPr lang="en-US" dirty="0">
                <a:latin typeface="Georgia" panose="02040502050405020303" pitchFamily="18" charset="0"/>
              </a:rPr>
              <a:t>While there are many different programming languages, the most common ones used in web development are JavaScript, HTML, CSS, PHP, etc. JavaScript has a popularity of nearly </a:t>
            </a:r>
            <a:r>
              <a:rPr lang="en-US" dirty="0"/>
              <a:t>65% </a:t>
            </a:r>
            <a:r>
              <a:rPr lang="en-US" dirty="0">
                <a:latin typeface="Georgia" panose="02040502050405020303" pitchFamily="18" charset="0"/>
              </a:rPr>
              <a:t>among developers worldwide, as per Statista.</a:t>
            </a:r>
            <a:endParaRPr lang="en-IN" dirty="0">
              <a:latin typeface="Georgia" panose="02040502050405020303" pitchFamily="18" charset="0"/>
            </a:endParaRPr>
          </a:p>
        </p:txBody>
      </p:sp>
      <p:sp>
        <p:nvSpPr>
          <p:cNvPr id="4" name="Rectangle: Rounded Corners 3">
            <a:extLst>
              <a:ext uri="{FF2B5EF4-FFF2-40B4-BE49-F238E27FC236}">
                <a16:creationId xmlns:a16="http://schemas.microsoft.com/office/drawing/2014/main" id="{12A3B392-6C32-6B4A-4DAD-08AFD352103F}"/>
              </a:ext>
            </a:extLst>
          </p:cNvPr>
          <p:cNvSpPr/>
          <p:nvPr/>
        </p:nvSpPr>
        <p:spPr>
          <a:xfrm>
            <a:off x="331694" y="1766047"/>
            <a:ext cx="6311153" cy="3827929"/>
          </a:xfrm>
          <a:prstGeom prst="roundRect">
            <a:avLst/>
          </a:prstGeom>
          <a:blipFill dpi="0" rotWithShape="1">
            <a:blip r:embed="rId2">
              <a:extLst>
                <a:ext uri="{28A0092B-C50C-407E-A947-70E740481C1C}">
                  <a14:useLocalDpi xmlns:a14="http://schemas.microsoft.com/office/drawing/2010/main" val="0"/>
                </a:ext>
              </a:extLst>
            </a:blip>
            <a:srcRect/>
            <a:stretch>
              <a:fillRect/>
            </a:stretch>
          </a:blipFill>
          <a:ln>
            <a:noFill/>
          </a:ln>
          <a:scene3d>
            <a:camera prst="orthographicFront"/>
            <a:lightRig rig="threePt" dir="t"/>
          </a:scene3d>
          <a:sp3d>
            <a:bevelT w="165100" prst="coolSlan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extLst>
      <p:ext uri="{BB962C8B-B14F-4D97-AF65-F5344CB8AC3E}">
        <p14:creationId xmlns:p14="http://schemas.microsoft.com/office/powerpoint/2010/main" val="3994804499"/>
      </p:ext>
    </p:extLst>
  </p:cSld>
  <p:clrMapOvr>
    <a:masterClrMapping/>
  </p:clrMapOvr>
  <mc:AlternateContent xmlns:mc="http://schemas.openxmlformats.org/markup-compatibility/2006" xmlns:p14="http://schemas.microsoft.com/office/powerpoint/2010/main">
    <mc:Choice Requires="p14">
      <p:transition spd="slow" p14:dur="3250" advClick="0" advTm="10000">
        <p14:vortex dir="r"/>
      </p:transition>
    </mc:Choice>
    <mc:Fallback xmlns="">
      <p:transition spd="slow" advClick="0" advTm="10000">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7322C12F-D407-48FF-96F6-48580317E830}"/>
              </a:ext>
            </a:extLst>
          </p:cNvPr>
          <p:cNvSpPr/>
          <p:nvPr/>
        </p:nvSpPr>
        <p:spPr>
          <a:xfrm>
            <a:off x="856130" y="977152"/>
            <a:ext cx="4195481" cy="4105835"/>
          </a:xfrm>
          <a:prstGeom prst="roundRect">
            <a:avLst/>
          </a:prstGeom>
          <a:solidFill>
            <a:srgbClr val="03405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Title 1">
            <a:extLst>
              <a:ext uri="{FF2B5EF4-FFF2-40B4-BE49-F238E27FC236}">
                <a16:creationId xmlns:a16="http://schemas.microsoft.com/office/drawing/2014/main" id="{1995AD31-7870-57BD-6C7E-009BA1598416}"/>
              </a:ext>
            </a:extLst>
          </p:cNvPr>
          <p:cNvSpPr>
            <a:spLocks noGrp="1"/>
          </p:cNvSpPr>
          <p:nvPr>
            <p:ph type="title"/>
          </p:nvPr>
        </p:nvSpPr>
        <p:spPr>
          <a:xfrm>
            <a:off x="6715216" y="416859"/>
            <a:ext cx="2939771" cy="757517"/>
          </a:xfrm>
        </p:spPr>
        <p:txBody>
          <a:bodyPr>
            <a:normAutofit fontScale="90000"/>
          </a:bodyPr>
          <a:lstStyle/>
          <a:p>
            <a:r>
              <a:rPr lang="en-IN" sz="4400" dirty="0">
                <a:latin typeface="Monotype Corsiva" panose="03010101010201010101" pitchFamily="66" charset="0"/>
              </a:rPr>
              <a:t>What is Html</a:t>
            </a:r>
          </a:p>
        </p:txBody>
      </p:sp>
      <p:sp>
        <p:nvSpPr>
          <p:cNvPr id="3" name="Content Placeholder 2">
            <a:extLst>
              <a:ext uri="{FF2B5EF4-FFF2-40B4-BE49-F238E27FC236}">
                <a16:creationId xmlns:a16="http://schemas.microsoft.com/office/drawing/2014/main" id="{7728FC1A-C082-A454-C66B-461A99C3B8B5}"/>
              </a:ext>
            </a:extLst>
          </p:cNvPr>
          <p:cNvSpPr>
            <a:spLocks noGrp="1"/>
          </p:cNvSpPr>
          <p:nvPr>
            <p:ph idx="1"/>
          </p:nvPr>
        </p:nvSpPr>
        <p:spPr>
          <a:xfrm>
            <a:off x="5648419" y="2151530"/>
            <a:ext cx="5853300" cy="4195481"/>
          </a:xfrm>
        </p:spPr>
        <p:txBody>
          <a:bodyPr>
            <a:normAutofit fontScale="70000" lnSpcReduction="20000"/>
          </a:bodyPr>
          <a:lstStyle/>
          <a:p>
            <a:pPr algn="just">
              <a:buFont typeface="Abadi" panose="020B0604020104020204" pitchFamily="34" charset="0"/>
              <a:buChar char="◦"/>
            </a:pPr>
            <a:r>
              <a:rPr lang="en-US" dirty="0">
                <a:latin typeface="Georgia" panose="02040502050405020303" pitchFamily="18" charset="0"/>
              </a:rPr>
              <a:t>The Hypertext Markup Language or HTML is the standard markup language for documents designed to be displayed in a web browser. It defines the meaning and structure of web content. It is often assisted by technologies such as Cascading Style Sheets and scripting languages such as JavaScript.</a:t>
            </a:r>
          </a:p>
          <a:p>
            <a:pPr algn="just">
              <a:buFont typeface="Abadi" panose="020B0604020104020204" pitchFamily="34" charset="0"/>
              <a:buChar char="◦"/>
            </a:pPr>
            <a:endParaRPr lang="en-US" dirty="0">
              <a:latin typeface="Georgia" panose="02040502050405020303" pitchFamily="18" charset="0"/>
            </a:endParaRPr>
          </a:p>
          <a:p>
            <a:pPr algn="just">
              <a:buFont typeface="Abadi" panose="020B0604020104020204" pitchFamily="34" charset="0"/>
              <a:buChar char="◦"/>
            </a:pPr>
            <a:r>
              <a:rPr lang="en-US" dirty="0">
                <a:latin typeface="Georgia" panose="02040502050405020303" pitchFamily="18" charset="0"/>
              </a:rPr>
              <a:t>HTML stands for Hyper Text Markup Language. HTML is the standard markup language for creating Web pages. HTML describes the structure of a Web page. HTML consists of a series of elements. HTML elements tell the browser how to display the content.</a:t>
            </a:r>
            <a:endParaRPr lang="en-IN" dirty="0">
              <a:latin typeface="Georgia" panose="02040502050405020303" pitchFamily="18" charset="0"/>
            </a:endParaRPr>
          </a:p>
        </p:txBody>
      </p:sp>
      <p:pic>
        <p:nvPicPr>
          <p:cNvPr id="5" name="Picture 4">
            <a:extLst>
              <a:ext uri="{FF2B5EF4-FFF2-40B4-BE49-F238E27FC236}">
                <a16:creationId xmlns:a16="http://schemas.microsoft.com/office/drawing/2014/main" id="{4F71B249-3A29-33CD-2EFC-F26044714FD3}"/>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856129" y="977152"/>
            <a:ext cx="4195481" cy="4150657"/>
          </a:xfrm>
          <a:prstGeom prst="rect">
            <a:avLst/>
          </a:prstGeom>
          <a:ln>
            <a:noFill/>
          </a:ln>
        </p:spPr>
      </p:pic>
    </p:spTree>
    <p:extLst>
      <p:ext uri="{BB962C8B-B14F-4D97-AF65-F5344CB8AC3E}">
        <p14:creationId xmlns:p14="http://schemas.microsoft.com/office/powerpoint/2010/main" val="2702182706"/>
      </p:ext>
    </p:extLst>
  </p:cSld>
  <p:clrMapOvr>
    <a:masterClrMapping/>
  </p:clrMapOvr>
  <mc:AlternateContent xmlns:mc="http://schemas.openxmlformats.org/markup-compatibility/2006" xmlns:p14="http://schemas.microsoft.com/office/powerpoint/2010/main">
    <mc:Choice Requires="p14">
      <p:transition spd="slow" p14:dur="3250" advClick="0" advTm="10000">
        <p14:vortex dir="r"/>
      </p:transition>
    </mc:Choice>
    <mc:Fallback xmlns="">
      <p:transition spd="slow" advClick="0" advTm="10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0" presetClass="emph" presetSubtype="0" fill="hold" nodeType="clickEffect">
                                  <p:stCondLst>
                                    <p:cond delay="0"/>
                                  </p:stCondLst>
                                  <p:childTnLst>
                                    <p:animClr clrSpc="hsl" dir="cw">
                                      <p:cBhvr override="childStyle">
                                        <p:cTn id="6" dur="500" fill="hold"/>
                                        <p:tgtEl>
                                          <p:spTgt spid="5"/>
                                        </p:tgtEl>
                                        <p:attrNameLst>
                                          <p:attrName>style.color</p:attrName>
                                        </p:attrNameLst>
                                      </p:cBhvr>
                                      <p:by>
                                        <p:hsl h="0" s="12549" l="25098"/>
                                      </p:by>
                                    </p:animClr>
                                    <p:animClr clrSpc="hsl" dir="cw">
                                      <p:cBhvr>
                                        <p:cTn id="7" dur="500" fill="hold"/>
                                        <p:tgtEl>
                                          <p:spTgt spid="5"/>
                                        </p:tgtEl>
                                        <p:attrNameLst>
                                          <p:attrName>fillcolor</p:attrName>
                                        </p:attrNameLst>
                                      </p:cBhvr>
                                      <p:by>
                                        <p:hsl h="0" s="12549" l="25098"/>
                                      </p:by>
                                    </p:animClr>
                                    <p:animClr clrSpc="hsl" dir="cw">
                                      <p:cBhvr>
                                        <p:cTn id="8" dur="500" fill="hold"/>
                                        <p:tgtEl>
                                          <p:spTgt spid="5"/>
                                        </p:tgtEl>
                                        <p:attrNameLst>
                                          <p:attrName>stroke.color</p:attrName>
                                        </p:attrNameLst>
                                      </p:cBhvr>
                                      <p:by>
                                        <p:hsl h="0" s="12549" l="25098"/>
                                      </p:by>
                                    </p:animClr>
                                    <p:set>
                                      <p:cBhvr>
                                        <p:cTn id="9" dur="500" fill="hold"/>
                                        <p:tgtEl>
                                          <p:spTgt spid="5"/>
                                        </p:tgtEl>
                                        <p:attrNameLst>
                                          <p:attrName>fill.type</p:attrName>
                                        </p:attrNameLst>
                                      </p:cBhvr>
                                      <p:to>
                                        <p:strVal val="solid"/>
                                      </p:to>
                                    </p:set>
                                  </p:childTnLst>
                                </p:cTn>
                              </p:par>
                              <p:par>
                                <p:cTn id="10" presetID="30" presetClass="emph" presetSubtype="0" fill="hold" grpId="0" nodeType="withEffect">
                                  <p:stCondLst>
                                    <p:cond delay="0"/>
                                  </p:stCondLst>
                                  <p:childTnLst>
                                    <p:animClr clrSpc="hsl" dir="cw">
                                      <p:cBhvr override="childStyle">
                                        <p:cTn id="11" dur="500" fill="hold"/>
                                        <p:tgtEl>
                                          <p:spTgt spid="6"/>
                                        </p:tgtEl>
                                        <p:attrNameLst>
                                          <p:attrName>style.color</p:attrName>
                                        </p:attrNameLst>
                                      </p:cBhvr>
                                      <p:by>
                                        <p:hsl h="0" s="12549" l="25098"/>
                                      </p:by>
                                    </p:animClr>
                                    <p:animClr clrSpc="hsl" dir="cw">
                                      <p:cBhvr>
                                        <p:cTn id="12" dur="500" fill="hold"/>
                                        <p:tgtEl>
                                          <p:spTgt spid="6"/>
                                        </p:tgtEl>
                                        <p:attrNameLst>
                                          <p:attrName>fillcolor</p:attrName>
                                        </p:attrNameLst>
                                      </p:cBhvr>
                                      <p:by>
                                        <p:hsl h="0" s="12549" l="25098"/>
                                      </p:by>
                                    </p:animClr>
                                    <p:animClr clrSpc="hsl" dir="cw">
                                      <p:cBhvr>
                                        <p:cTn id="13" dur="500" fill="hold"/>
                                        <p:tgtEl>
                                          <p:spTgt spid="6"/>
                                        </p:tgtEl>
                                        <p:attrNameLst>
                                          <p:attrName>stroke.color</p:attrName>
                                        </p:attrNameLst>
                                      </p:cBhvr>
                                      <p:by>
                                        <p:hsl h="0" s="12549" l="25098"/>
                                      </p:by>
                                    </p:animClr>
                                    <p:set>
                                      <p:cBhvr>
                                        <p:cTn id="14" dur="500" fill="hold"/>
                                        <p:tgtEl>
                                          <p:spTgt spid="6"/>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8EB696-9BF1-2F8D-D19B-0CC03E131CA1}"/>
              </a:ext>
            </a:extLst>
          </p:cNvPr>
          <p:cNvSpPr>
            <a:spLocks noGrp="1"/>
          </p:cNvSpPr>
          <p:nvPr>
            <p:ph type="title"/>
          </p:nvPr>
        </p:nvSpPr>
        <p:spPr/>
        <p:txBody>
          <a:bodyPr/>
          <a:lstStyle/>
          <a:p>
            <a:r>
              <a:rPr lang="en-US" sz="4400" dirty="0">
                <a:latin typeface="Monotype Corsiva" panose="03010101010201010101" pitchFamily="66" charset="0"/>
              </a:rPr>
              <a:t>What is CSS &amp; CSS++ </a:t>
            </a:r>
            <a:endParaRPr lang="en-IN" sz="4400" dirty="0">
              <a:latin typeface="Monotype Corsiva" panose="03010101010201010101" pitchFamily="66" charset="0"/>
            </a:endParaRPr>
          </a:p>
        </p:txBody>
      </p:sp>
      <p:sp>
        <p:nvSpPr>
          <p:cNvPr id="7" name="Text Placeholder 6">
            <a:extLst>
              <a:ext uri="{FF2B5EF4-FFF2-40B4-BE49-F238E27FC236}">
                <a16:creationId xmlns:a16="http://schemas.microsoft.com/office/drawing/2014/main" id="{1440E38C-A366-6913-43C7-D265165A684B}"/>
              </a:ext>
            </a:extLst>
          </p:cNvPr>
          <p:cNvSpPr>
            <a:spLocks noGrp="1"/>
          </p:cNvSpPr>
          <p:nvPr>
            <p:ph type="body" idx="1"/>
          </p:nvPr>
        </p:nvSpPr>
        <p:spPr/>
        <p:txBody>
          <a:bodyPr/>
          <a:lstStyle/>
          <a:p>
            <a:r>
              <a:rPr lang="en-US" dirty="0">
                <a:latin typeface="Georgia" panose="02040502050405020303" pitchFamily="18" charset="0"/>
              </a:rPr>
              <a:t>CSS</a:t>
            </a:r>
          </a:p>
          <a:p>
            <a:endParaRPr lang="en-IN" dirty="0"/>
          </a:p>
        </p:txBody>
      </p:sp>
      <p:sp>
        <p:nvSpPr>
          <p:cNvPr id="3" name="Content Placeholder 2">
            <a:extLst>
              <a:ext uri="{FF2B5EF4-FFF2-40B4-BE49-F238E27FC236}">
                <a16:creationId xmlns:a16="http://schemas.microsoft.com/office/drawing/2014/main" id="{93F766C0-9848-C09E-74C1-9984E9CC3DEC}"/>
              </a:ext>
            </a:extLst>
          </p:cNvPr>
          <p:cNvSpPr>
            <a:spLocks noGrp="1"/>
          </p:cNvSpPr>
          <p:nvPr>
            <p:ph sz="half" idx="2"/>
          </p:nvPr>
        </p:nvSpPr>
        <p:spPr/>
        <p:txBody>
          <a:bodyPr>
            <a:normAutofit fontScale="70000" lnSpcReduction="20000"/>
          </a:bodyPr>
          <a:lstStyle/>
          <a:p>
            <a:pPr algn="just">
              <a:buFont typeface="Abadi" panose="020B0604020104020204" pitchFamily="34" charset="0"/>
              <a:buChar char="◦"/>
            </a:pPr>
            <a:r>
              <a:rPr lang="en-US" sz="2000" dirty="0">
                <a:latin typeface="Georgia" panose="02040502050405020303" pitchFamily="18" charset="0"/>
              </a:rPr>
              <a:t>Cascading Style Sheets is a style sheet language used for describing the presentation of a document written in a markup language such as HTML or XML. CSS is a cornerstone technology of the World Wide Web, alongside HTML and JavaScript.</a:t>
            </a:r>
          </a:p>
          <a:p>
            <a:pPr algn="just">
              <a:buFont typeface="Abadi" panose="020B0604020104020204" pitchFamily="34" charset="0"/>
              <a:buChar char="◦"/>
            </a:pPr>
            <a:r>
              <a:rPr lang="en-US" sz="2000" dirty="0">
                <a:latin typeface="Georgia" panose="02040502050405020303" pitchFamily="18" charset="0"/>
              </a:rPr>
              <a:t>CSS is a computer language for laying out and structuring web pages (HTML or XML). This language contains coding elements and is composed of these “cascading style sheets” which are equally called CSS files</a:t>
            </a:r>
            <a:endParaRPr lang="en-IN" sz="2000" dirty="0">
              <a:latin typeface="Georgia" panose="02040502050405020303" pitchFamily="18" charset="0"/>
            </a:endParaRPr>
          </a:p>
        </p:txBody>
      </p:sp>
      <p:sp>
        <p:nvSpPr>
          <p:cNvPr id="9" name="Text Placeholder 8">
            <a:extLst>
              <a:ext uri="{FF2B5EF4-FFF2-40B4-BE49-F238E27FC236}">
                <a16:creationId xmlns:a16="http://schemas.microsoft.com/office/drawing/2014/main" id="{2DC7DE7C-BF3D-9EEF-0118-128EC0B4D8AE}"/>
              </a:ext>
            </a:extLst>
          </p:cNvPr>
          <p:cNvSpPr>
            <a:spLocks noGrp="1"/>
          </p:cNvSpPr>
          <p:nvPr>
            <p:ph type="body" sz="quarter" idx="3"/>
          </p:nvPr>
        </p:nvSpPr>
        <p:spPr/>
        <p:txBody>
          <a:bodyPr/>
          <a:lstStyle/>
          <a:p>
            <a:r>
              <a:rPr lang="en-US" sz="2400" dirty="0">
                <a:latin typeface="Georgia" panose="02040502050405020303" pitchFamily="18" charset="0"/>
              </a:rPr>
              <a:t>CSS++</a:t>
            </a:r>
          </a:p>
          <a:p>
            <a:endParaRPr lang="en-IN" dirty="0"/>
          </a:p>
        </p:txBody>
      </p:sp>
      <p:sp>
        <p:nvSpPr>
          <p:cNvPr id="4" name="Content Placeholder 3">
            <a:extLst>
              <a:ext uri="{FF2B5EF4-FFF2-40B4-BE49-F238E27FC236}">
                <a16:creationId xmlns:a16="http://schemas.microsoft.com/office/drawing/2014/main" id="{5601DF78-72F6-C8E3-A721-6630F9D40688}"/>
              </a:ext>
            </a:extLst>
          </p:cNvPr>
          <p:cNvSpPr>
            <a:spLocks noGrp="1"/>
          </p:cNvSpPr>
          <p:nvPr>
            <p:ph sz="quarter" idx="4"/>
          </p:nvPr>
        </p:nvSpPr>
        <p:spPr/>
        <p:txBody>
          <a:bodyPr>
            <a:normAutofit fontScale="70000" lnSpcReduction="20000"/>
          </a:bodyPr>
          <a:lstStyle/>
          <a:p>
            <a:pPr algn="just">
              <a:buFont typeface="Abadi" panose="020B0604020104020204" pitchFamily="34" charset="0"/>
              <a:buChar char="◦"/>
            </a:pPr>
            <a:r>
              <a:rPr lang="en-US" sz="2000" dirty="0">
                <a:latin typeface="Georgia" panose="02040502050405020303" pitchFamily="18" charset="0"/>
              </a:rPr>
              <a:t>C++ is a high-level, general-purpose programming language created by Danish computer scientist Bjarne Stroustrup</a:t>
            </a:r>
          </a:p>
          <a:p>
            <a:pPr algn="just">
              <a:buFont typeface="Abadi" panose="020B0604020104020204" pitchFamily="34" charset="0"/>
              <a:buChar char="◦"/>
            </a:pPr>
            <a:r>
              <a:rPr lang="en-US" sz="2000" dirty="0">
                <a:latin typeface="Georgia" panose="02040502050405020303" pitchFamily="18" charset="0"/>
              </a:rPr>
              <a:t>CSS is a computer language for laying out and structuring web pages (HTML or XML). This language contains coding elements and is composed of these “cascading style sheets” which are equally called CSS files</a:t>
            </a:r>
            <a:endParaRPr lang="en-IN" sz="2000" dirty="0">
              <a:latin typeface="Georgia" panose="02040502050405020303" pitchFamily="18" charset="0"/>
            </a:endParaRPr>
          </a:p>
        </p:txBody>
      </p:sp>
      <p:sp>
        <p:nvSpPr>
          <p:cNvPr id="6" name="Rectangle: Rounded Corners 5">
            <a:extLst>
              <a:ext uri="{FF2B5EF4-FFF2-40B4-BE49-F238E27FC236}">
                <a16:creationId xmlns:a16="http://schemas.microsoft.com/office/drawing/2014/main" id="{1A137BF0-8022-AED7-FC16-15A3CB51030E}"/>
              </a:ext>
            </a:extLst>
          </p:cNvPr>
          <p:cNvSpPr/>
          <p:nvPr/>
        </p:nvSpPr>
        <p:spPr>
          <a:xfrm>
            <a:off x="7306235" y="115235"/>
            <a:ext cx="2744599" cy="1738013"/>
          </a:xfrm>
          <a:prstGeom prst="roundRect">
            <a:avLst/>
          </a:prstGeom>
          <a:solidFill>
            <a:srgbClr val="003A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Oval 4">
            <a:extLst>
              <a:ext uri="{FF2B5EF4-FFF2-40B4-BE49-F238E27FC236}">
                <a16:creationId xmlns:a16="http://schemas.microsoft.com/office/drawing/2014/main" id="{569662AB-4599-358E-4707-C2E8C209C14E}"/>
              </a:ext>
            </a:extLst>
          </p:cNvPr>
          <p:cNvSpPr/>
          <p:nvPr/>
        </p:nvSpPr>
        <p:spPr>
          <a:xfrm>
            <a:off x="7534204" y="241485"/>
            <a:ext cx="2255246" cy="1477124"/>
          </a:xfrm>
          <a:prstGeom prst="ellipse">
            <a:avLst/>
          </a:prstGeom>
          <a:blipFill dpi="0"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1" name="Rectangle: Rounded Corners 10">
            <a:extLst>
              <a:ext uri="{FF2B5EF4-FFF2-40B4-BE49-F238E27FC236}">
                <a16:creationId xmlns:a16="http://schemas.microsoft.com/office/drawing/2014/main" id="{7EBE0FD0-67C3-8B01-FDF2-3C739450772D}"/>
              </a:ext>
            </a:extLst>
          </p:cNvPr>
          <p:cNvSpPr/>
          <p:nvPr/>
        </p:nvSpPr>
        <p:spPr>
          <a:xfrm>
            <a:off x="1048871" y="2097087"/>
            <a:ext cx="10094258" cy="3694111"/>
          </a:xfrm>
          <a:prstGeom prst="roundRect">
            <a:avLst/>
          </a:prstGeom>
          <a:noFill/>
          <a:ln>
            <a:solidFill>
              <a:schemeClr val="accent5"/>
            </a:solidFill>
          </a:ln>
          <a:effectLst>
            <a:glow rad="63500">
              <a:schemeClr val="accent4">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3" name="Straight Connector 12">
            <a:extLst>
              <a:ext uri="{FF2B5EF4-FFF2-40B4-BE49-F238E27FC236}">
                <a16:creationId xmlns:a16="http://schemas.microsoft.com/office/drawing/2014/main" id="{16AF5D32-C725-A5E8-3A17-F28F3CC9C129}"/>
              </a:ext>
            </a:extLst>
          </p:cNvPr>
          <p:cNvCxnSpPr>
            <a:cxnSpLocks/>
            <a:stCxn id="11" idx="0"/>
            <a:endCxn id="11" idx="2"/>
          </p:cNvCxnSpPr>
          <p:nvPr/>
        </p:nvCxnSpPr>
        <p:spPr>
          <a:xfrm>
            <a:off x="6096000" y="2097087"/>
            <a:ext cx="0" cy="3694111"/>
          </a:xfrm>
          <a:prstGeom prst="line">
            <a:avLst/>
          </a:prstGeom>
          <a:effectLst>
            <a:glow rad="63500">
              <a:schemeClr val="accent4">
                <a:satMod val="175000"/>
                <a:alpha val="40000"/>
              </a:schemeClr>
            </a:glow>
          </a:effectLst>
        </p:spPr>
        <p:style>
          <a:lnRef idx="1">
            <a:schemeClr val="accent4"/>
          </a:lnRef>
          <a:fillRef idx="0">
            <a:schemeClr val="accent4"/>
          </a:fillRef>
          <a:effectRef idx="0">
            <a:schemeClr val="accent4"/>
          </a:effectRef>
          <a:fontRef idx="minor">
            <a:schemeClr val="tx1"/>
          </a:fontRef>
        </p:style>
      </p:cxnSp>
      <p:cxnSp>
        <p:nvCxnSpPr>
          <p:cNvPr id="21" name="Straight Connector 20">
            <a:extLst>
              <a:ext uri="{FF2B5EF4-FFF2-40B4-BE49-F238E27FC236}">
                <a16:creationId xmlns:a16="http://schemas.microsoft.com/office/drawing/2014/main" id="{AD9AE9D9-8FD1-9461-6A47-C2C14D741B1D}"/>
              </a:ext>
            </a:extLst>
          </p:cNvPr>
          <p:cNvCxnSpPr>
            <a:cxnSpLocks/>
          </p:cNvCxnSpPr>
          <p:nvPr/>
        </p:nvCxnSpPr>
        <p:spPr>
          <a:xfrm>
            <a:off x="1048871" y="2761129"/>
            <a:ext cx="10094254" cy="0"/>
          </a:xfrm>
          <a:prstGeom prst="line">
            <a:avLst/>
          </a:prstGeom>
          <a:ln>
            <a:solidFill>
              <a:schemeClr val="accent5"/>
            </a:solidFill>
          </a:ln>
          <a:effectLst>
            <a:glow rad="101600">
              <a:schemeClr val="accent4">
                <a:satMod val="175000"/>
                <a:alpha val="40000"/>
              </a:schemeClr>
            </a:glow>
          </a:effectLst>
        </p:spPr>
        <p:style>
          <a:lnRef idx="2">
            <a:schemeClr val="accent4"/>
          </a:lnRef>
          <a:fillRef idx="0">
            <a:schemeClr val="accent4"/>
          </a:fillRef>
          <a:effectRef idx="1">
            <a:schemeClr val="accent4"/>
          </a:effectRef>
          <a:fontRef idx="minor">
            <a:schemeClr val="tx1"/>
          </a:fontRef>
        </p:style>
      </p:cxnSp>
    </p:spTree>
    <p:extLst>
      <p:ext uri="{BB962C8B-B14F-4D97-AF65-F5344CB8AC3E}">
        <p14:creationId xmlns:p14="http://schemas.microsoft.com/office/powerpoint/2010/main" val="2573439612"/>
      </p:ext>
    </p:extLst>
  </p:cSld>
  <p:clrMapOvr>
    <a:masterClrMapping/>
  </p:clrMapOvr>
  <mc:AlternateContent xmlns:mc="http://schemas.openxmlformats.org/markup-compatibility/2006" xmlns:p14="http://schemas.microsoft.com/office/powerpoint/2010/main">
    <mc:Choice Requires="p14">
      <p:transition spd="slow" p14:dur="3250" advClick="0" advTm="10000">
        <p14:vortex dir="r"/>
      </p:transition>
    </mc:Choice>
    <mc:Fallback xmlns="">
      <p:transition spd="slow" advClick="0" advTm="10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mph" presetSubtype="0" fill="hold" grpId="0" nodeType="clickEffect">
                                  <p:stCondLst>
                                    <p:cond delay="0"/>
                                  </p:stCondLst>
                                  <p:childTnLst>
                                    <p:animClr clrSpc="rgb" dir="cw">
                                      <p:cBhvr override="childStyle">
                                        <p:cTn id="6" dur="500" fill="hold"/>
                                        <p:tgtEl>
                                          <p:spTgt spid="6"/>
                                        </p:tgtEl>
                                        <p:attrNameLst>
                                          <p:attrName>style.color</p:attrName>
                                        </p:attrNameLst>
                                      </p:cBhvr>
                                      <p:to>
                                        <a:srgbClr val="95B6C5"/>
                                      </p:to>
                                    </p:animClr>
                                    <p:animClr clrSpc="rgb" dir="cw">
                                      <p:cBhvr>
                                        <p:cTn id="7" dur="500" fill="hold"/>
                                        <p:tgtEl>
                                          <p:spTgt spid="6"/>
                                        </p:tgtEl>
                                        <p:attrNameLst>
                                          <p:attrName>fillcolor</p:attrName>
                                        </p:attrNameLst>
                                      </p:cBhvr>
                                      <p:to>
                                        <a:srgbClr val="95B6C5"/>
                                      </p:to>
                                    </p:animClr>
                                    <p:set>
                                      <p:cBhvr>
                                        <p:cTn id="8" dur="500" fill="hold"/>
                                        <p:tgtEl>
                                          <p:spTgt spid="6"/>
                                        </p:tgtEl>
                                        <p:attrNameLst>
                                          <p:attrName>fill.type</p:attrName>
                                        </p:attrNameLst>
                                      </p:cBhvr>
                                      <p:to>
                                        <p:strVal val="solid"/>
                                      </p:to>
                                    </p:set>
                                    <p:set>
                                      <p:cBhvr>
                                        <p:cTn id="9" dur="500" fill="hold"/>
                                        <p:tgtEl>
                                          <p:spTgt spid="6"/>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Rounded Corners 9">
            <a:extLst>
              <a:ext uri="{FF2B5EF4-FFF2-40B4-BE49-F238E27FC236}">
                <a16:creationId xmlns:a16="http://schemas.microsoft.com/office/drawing/2014/main" id="{9B98AB38-4805-74A7-7812-51F49FCF57E8}"/>
              </a:ext>
            </a:extLst>
          </p:cNvPr>
          <p:cNvSpPr/>
          <p:nvPr/>
        </p:nvSpPr>
        <p:spPr>
          <a:xfrm>
            <a:off x="7037294" y="1826354"/>
            <a:ext cx="4445840" cy="3875199"/>
          </a:xfrm>
          <a:prstGeom prst="roundRect">
            <a:avLst/>
          </a:prstGeom>
          <a:blipFill dpi="0"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Title 4">
            <a:extLst>
              <a:ext uri="{FF2B5EF4-FFF2-40B4-BE49-F238E27FC236}">
                <a16:creationId xmlns:a16="http://schemas.microsoft.com/office/drawing/2014/main" id="{25E6724A-46A6-DA91-C11A-B875F4D6AB5C}"/>
              </a:ext>
            </a:extLst>
          </p:cNvPr>
          <p:cNvSpPr>
            <a:spLocks noGrp="1"/>
          </p:cNvSpPr>
          <p:nvPr>
            <p:ph type="title"/>
          </p:nvPr>
        </p:nvSpPr>
        <p:spPr>
          <a:xfrm>
            <a:off x="645130" y="425824"/>
            <a:ext cx="9404723" cy="1400530"/>
          </a:xfrm>
        </p:spPr>
        <p:txBody>
          <a:bodyPr/>
          <a:lstStyle/>
          <a:p>
            <a:r>
              <a:rPr lang="en-US" sz="4400" dirty="0">
                <a:latin typeface="Monotype Corsiva" panose="03010101010201010101" pitchFamily="66" charset="0"/>
              </a:rPr>
              <a:t>What is mean by JavaScript</a:t>
            </a:r>
            <a:endParaRPr lang="en-IN" sz="4400" dirty="0">
              <a:latin typeface="Monotype Corsiva" panose="03010101010201010101" pitchFamily="66" charset="0"/>
            </a:endParaRPr>
          </a:p>
        </p:txBody>
      </p:sp>
      <p:sp>
        <p:nvSpPr>
          <p:cNvPr id="6" name="Content Placeholder 5">
            <a:extLst>
              <a:ext uri="{FF2B5EF4-FFF2-40B4-BE49-F238E27FC236}">
                <a16:creationId xmlns:a16="http://schemas.microsoft.com/office/drawing/2014/main" id="{F6B4CD61-B427-F142-23B7-83E6B42BBDA3}"/>
              </a:ext>
            </a:extLst>
          </p:cNvPr>
          <p:cNvSpPr>
            <a:spLocks noGrp="1"/>
          </p:cNvSpPr>
          <p:nvPr>
            <p:ph idx="1"/>
          </p:nvPr>
        </p:nvSpPr>
        <p:spPr>
          <a:xfrm>
            <a:off x="708866" y="1999130"/>
            <a:ext cx="5189911" cy="3361764"/>
          </a:xfrm>
        </p:spPr>
        <p:txBody>
          <a:bodyPr/>
          <a:lstStyle/>
          <a:p>
            <a:pPr algn="just">
              <a:lnSpc>
                <a:spcPct val="80000"/>
              </a:lnSpc>
              <a:buFont typeface="Abadi" panose="020B0604020104020204" pitchFamily="34" charset="0"/>
              <a:buChar char="◦"/>
            </a:pPr>
            <a:r>
              <a:rPr lang="en-US" sz="1900" dirty="0">
                <a:latin typeface="Georgia" panose="02040502050405020303" pitchFamily="18" charset="0"/>
              </a:rPr>
              <a:t>JavaScript is a scripting language that enables you to create dynamically updating content, control multimedia, animate images, and pretty much everything else. (Okay, not everything, but it is amazing what you can achieve with a few lines of JavaScript code.)</a:t>
            </a:r>
          </a:p>
          <a:p>
            <a:pPr algn="just">
              <a:lnSpc>
                <a:spcPct val="80000"/>
              </a:lnSpc>
              <a:buFont typeface="Abadi" panose="020B0604020104020204" pitchFamily="34" charset="0"/>
              <a:buChar char="◦"/>
            </a:pPr>
            <a:r>
              <a:rPr lang="en-US" sz="1900" dirty="0">
                <a:latin typeface="Georgia" panose="02040502050405020303" pitchFamily="18" charset="0"/>
              </a:rPr>
              <a:t> Developed in Netscape, JS allows developers to create a dynamic and interactive web page to interact with visitors and execute complex actions. It also enables users to load content into a document without reloading the entire page</a:t>
            </a:r>
            <a:endParaRPr lang="en-IN" sz="1900" dirty="0">
              <a:latin typeface="Georgia" panose="02040502050405020303" pitchFamily="18" charset="0"/>
            </a:endParaRPr>
          </a:p>
        </p:txBody>
      </p:sp>
    </p:spTree>
    <p:extLst>
      <p:ext uri="{BB962C8B-B14F-4D97-AF65-F5344CB8AC3E}">
        <p14:creationId xmlns:p14="http://schemas.microsoft.com/office/powerpoint/2010/main" val="552483982"/>
      </p:ext>
    </p:extLst>
  </p:cSld>
  <p:clrMapOvr>
    <a:masterClrMapping/>
  </p:clrMapOvr>
  <mc:AlternateContent xmlns:mc="http://schemas.openxmlformats.org/markup-compatibility/2006" xmlns:p14="http://schemas.microsoft.com/office/powerpoint/2010/main">
    <mc:Choice Requires="p14">
      <p:transition spd="slow" p14:dur="3250" advClick="0" advTm="10000">
        <p14:vortex dir="r"/>
      </p:transition>
    </mc:Choice>
    <mc:Fallback xmlns="">
      <p:transition spd="slow" advClick="0" advTm="1000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55573D-264E-5A28-5670-D8CA01EAC52D}"/>
              </a:ext>
            </a:extLst>
          </p:cNvPr>
          <p:cNvSpPr>
            <a:spLocks noGrp="1"/>
          </p:cNvSpPr>
          <p:nvPr>
            <p:ph type="title"/>
          </p:nvPr>
        </p:nvSpPr>
        <p:spPr>
          <a:xfrm>
            <a:off x="6634536" y="407895"/>
            <a:ext cx="3226642" cy="766482"/>
          </a:xfrm>
        </p:spPr>
        <p:txBody>
          <a:bodyPr>
            <a:normAutofit fontScale="90000"/>
          </a:bodyPr>
          <a:lstStyle/>
          <a:p>
            <a:r>
              <a:rPr lang="en-US" sz="4400" dirty="0">
                <a:latin typeface="Monotype Corsiva" panose="03010101010201010101" pitchFamily="66" charset="0"/>
              </a:rPr>
              <a:t>What is PHP</a:t>
            </a:r>
            <a:endParaRPr lang="en-IN" sz="4400" dirty="0">
              <a:latin typeface="Monotype Corsiva" panose="03010101010201010101" pitchFamily="66" charset="0"/>
            </a:endParaRPr>
          </a:p>
        </p:txBody>
      </p:sp>
      <p:sp>
        <p:nvSpPr>
          <p:cNvPr id="3" name="Content Placeholder 2">
            <a:extLst>
              <a:ext uri="{FF2B5EF4-FFF2-40B4-BE49-F238E27FC236}">
                <a16:creationId xmlns:a16="http://schemas.microsoft.com/office/drawing/2014/main" id="{60115D04-B988-0A97-025A-916C237A985F}"/>
              </a:ext>
            </a:extLst>
          </p:cNvPr>
          <p:cNvSpPr>
            <a:spLocks noGrp="1"/>
          </p:cNvSpPr>
          <p:nvPr>
            <p:ph idx="1"/>
          </p:nvPr>
        </p:nvSpPr>
        <p:spPr>
          <a:xfrm>
            <a:off x="4563689" y="1954308"/>
            <a:ext cx="7180076" cy="4778186"/>
          </a:xfrm>
        </p:spPr>
        <p:txBody>
          <a:bodyPr>
            <a:normAutofit fontScale="70000" lnSpcReduction="20000"/>
          </a:bodyPr>
          <a:lstStyle/>
          <a:p>
            <a:pPr algn="just">
              <a:buFont typeface="Abadi" panose="020B0604020104020204" pitchFamily="34" charset="0"/>
              <a:buChar char="◦"/>
            </a:pPr>
            <a:r>
              <a:rPr lang="en-US" sz="2200" dirty="0">
                <a:latin typeface="Georgia" panose="02040502050405020303" pitchFamily="18" charset="0"/>
              </a:rPr>
              <a:t>PHP is a general-purpose scripting language geared towards web development. It was originally created by Danish-Canadian programmer Rasmus Leadoff in 1993 and released in 1995. The PHP reference implementation is now produced by the PHP Group</a:t>
            </a:r>
          </a:p>
          <a:p>
            <a:pPr algn="just">
              <a:buFont typeface="Abadi" panose="020B0604020104020204" pitchFamily="34" charset="0"/>
              <a:buChar char="◦"/>
            </a:pPr>
            <a:r>
              <a:rPr lang="en-US" sz="2200" dirty="0">
                <a:latin typeface="Georgia" panose="02040502050405020303" pitchFamily="18" charset="0"/>
              </a:rPr>
              <a:t>PHP code is usually processed on a web server by a PHP interpreter implemented as a module, a daemon or a Common Gateway Interface (CGI) executable. On a web server, the result of the interpreted and executed PHP code which may be any type of data, such as generated HTML or binary image data would form the whole or part of an HTTP response. Various web template systems, web content management systems, and web frameworks exist that can be employed to orchestrate or facilitate the generation of that response. Additionally, PHP can be used for many programming tasks outside the web context, such as standalone graphical applications and robotic drone control. PHP code can also be directly executed from the command line.</a:t>
            </a:r>
          </a:p>
          <a:p>
            <a:pPr algn="just">
              <a:buFont typeface="Abadi" panose="020B0604020104020204" pitchFamily="34" charset="0"/>
              <a:buChar char="◦"/>
            </a:pPr>
            <a:endParaRPr lang="en-US" sz="2200" dirty="0">
              <a:latin typeface="Georgia" panose="02040502050405020303" pitchFamily="18" charset="0"/>
            </a:endParaRPr>
          </a:p>
          <a:p>
            <a:pPr algn="just">
              <a:buFont typeface="Abadi" panose="020B0604020104020204" pitchFamily="34" charset="0"/>
              <a:buChar char="◦"/>
            </a:pPr>
            <a:r>
              <a:rPr lang="en-US" sz="2200" dirty="0">
                <a:latin typeface="Georgia" panose="02040502050405020303" pitchFamily="18" charset="0"/>
              </a:rPr>
              <a:t>The standard PHP interpreter, powered by the Zend Engine, is free software released under the PHP License. PHP has been widely ported and can be deployed on most web servers on a variety of operating systems and platforms.</a:t>
            </a:r>
            <a:endParaRPr lang="en-IN" dirty="0"/>
          </a:p>
        </p:txBody>
      </p:sp>
      <p:sp>
        <p:nvSpPr>
          <p:cNvPr id="7" name="Rectangle: Diagonal Corners Rounded 6">
            <a:extLst>
              <a:ext uri="{FF2B5EF4-FFF2-40B4-BE49-F238E27FC236}">
                <a16:creationId xmlns:a16="http://schemas.microsoft.com/office/drawing/2014/main" id="{2A9FA656-5756-3E7C-1C11-94A462BC42D6}"/>
              </a:ext>
            </a:extLst>
          </p:cNvPr>
          <p:cNvSpPr/>
          <p:nvPr/>
        </p:nvSpPr>
        <p:spPr>
          <a:xfrm>
            <a:off x="268941" y="2160494"/>
            <a:ext cx="4294748" cy="2653553"/>
          </a:xfrm>
          <a:prstGeom prst="round2DiagRect">
            <a:avLst/>
          </a:prstGeom>
          <a:solidFill>
            <a:srgbClr val="DCE3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5" name="Picture 4">
            <a:extLst>
              <a:ext uri="{FF2B5EF4-FFF2-40B4-BE49-F238E27FC236}">
                <a16:creationId xmlns:a16="http://schemas.microsoft.com/office/drawing/2014/main" id="{D05123B0-3FEC-D073-5746-3FEA77BB3AD5}"/>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448235" y="2450126"/>
            <a:ext cx="3925422" cy="2119114"/>
          </a:xfrm>
          <a:prstGeom prst="rect">
            <a:avLst/>
          </a:prstGeom>
          <a:ln>
            <a:noFill/>
          </a:ln>
        </p:spPr>
      </p:pic>
    </p:spTree>
    <p:extLst>
      <p:ext uri="{BB962C8B-B14F-4D97-AF65-F5344CB8AC3E}">
        <p14:creationId xmlns:p14="http://schemas.microsoft.com/office/powerpoint/2010/main" val="2293119923"/>
      </p:ext>
    </p:extLst>
  </p:cSld>
  <p:clrMapOvr>
    <a:masterClrMapping/>
  </p:clrMapOvr>
  <mc:AlternateContent xmlns:mc="http://schemas.openxmlformats.org/markup-compatibility/2006" xmlns:p14="http://schemas.microsoft.com/office/powerpoint/2010/main">
    <mc:Choice Requires="p14">
      <p:transition spd="slow" p14:dur="3250" advClick="0" advTm="10000">
        <p14:vortex dir="r"/>
      </p:transition>
    </mc:Choice>
    <mc:Fallback xmlns="">
      <p:transition spd="slow" advClick="0" advTm="10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fill="hold" grpId="0" nodeType="clickEffect">
                                  <p:stCondLst>
                                    <p:cond delay="0"/>
                                  </p:stCondLst>
                                  <p:childTnLst>
                                    <p:animClr clrSpc="rgb" dir="cw">
                                      <p:cBhvr>
                                        <p:cTn id="6" dur="2000" fill="hold"/>
                                        <p:tgtEl>
                                          <p:spTgt spid="7"/>
                                        </p:tgtEl>
                                        <p:attrNameLst>
                                          <p:attrName>fillcolor</p:attrName>
                                        </p:attrNameLst>
                                      </p:cBhvr>
                                      <p:to>
                                        <a:srgbClr val="F3A16F"/>
                                      </p:to>
                                    </p:animClr>
                                    <p:set>
                                      <p:cBhvr>
                                        <p:cTn id="7" dur="2000" fill="hold"/>
                                        <p:tgtEl>
                                          <p:spTgt spid="7"/>
                                        </p:tgtEl>
                                        <p:attrNameLst>
                                          <p:attrName>fill.type</p:attrName>
                                        </p:attrNameLst>
                                      </p:cBhvr>
                                      <p:to>
                                        <p:strVal val="solid"/>
                                      </p:to>
                                    </p:set>
                                    <p:set>
                                      <p:cBhvr>
                                        <p:cTn id="8" dur="2000" fill="hold"/>
                                        <p:tgtEl>
                                          <p:spTgt spid="7"/>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60A2F6-84EC-5F45-94F5-E73A488077C7}"/>
              </a:ext>
            </a:extLst>
          </p:cNvPr>
          <p:cNvSpPr>
            <a:spLocks noGrp="1"/>
          </p:cNvSpPr>
          <p:nvPr>
            <p:ph type="title"/>
          </p:nvPr>
        </p:nvSpPr>
        <p:spPr>
          <a:xfrm>
            <a:off x="1246746" y="425824"/>
            <a:ext cx="2885983" cy="1016477"/>
          </a:xfrm>
        </p:spPr>
        <p:txBody>
          <a:bodyPr>
            <a:normAutofit fontScale="90000"/>
          </a:bodyPr>
          <a:lstStyle/>
          <a:p>
            <a:r>
              <a:rPr lang="en-US" sz="4400" dirty="0">
                <a:latin typeface="Monotype Corsiva" panose="03010101010201010101" pitchFamily="66" charset="0"/>
              </a:rPr>
              <a:t>Types of CSS</a:t>
            </a:r>
            <a:endParaRPr lang="en-IN" sz="4400" dirty="0">
              <a:latin typeface="Monotype Corsiva" panose="03010101010201010101" pitchFamily="66" charset="0"/>
            </a:endParaRPr>
          </a:p>
        </p:txBody>
      </p:sp>
      <p:sp>
        <p:nvSpPr>
          <p:cNvPr id="3" name="Content Placeholder 2">
            <a:extLst>
              <a:ext uri="{FF2B5EF4-FFF2-40B4-BE49-F238E27FC236}">
                <a16:creationId xmlns:a16="http://schemas.microsoft.com/office/drawing/2014/main" id="{27D955DA-A655-CDFB-7D98-FFFB26574409}"/>
              </a:ext>
            </a:extLst>
          </p:cNvPr>
          <p:cNvSpPr>
            <a:spLocks noGrp="1"/>
          </p:cNvSpPr>
          <p:nvPr>
            <p:ph idx="1"/>
          </p:nvPr>
        </p:nvSpPr>
        <p:spPr>
          <a:xfrm>
            <a:off x="439923" y="2615453"/>
            <a:ext cx="3388006" cy="1627093"/>
          </a:xfrm>
        </p:spPr>
        <p:txBody>
          <a:bodyPr>
            <a:normAutofit/>
          </a:bodyPr>
          <a:lstStyle/>
          <a:p>
            <a:pPr algn="just">
              <a:lnSpc>
                <a:spcPct val="80000"/>
              </a:lnSpc>
              <a:buFont typeface="Abadi" panose="020B0604020104020204" pitchFamily="34" charset="0"/>
              <a:buChar char="◦"/>
            </a:pPr>
            <a:r>
              <a:rPr lang="en-US" sz="1500" dirty="0">
                <a:latin typeface="Georgia" panose="02040502050405020303" pitchFamily="18" charset="0"/>
              </a:rPr>
              <a:t>There are three types of CSS which are given below:</a:t>
            </a:r>
          </a:p>
          <a:p>
            <a:pPr algn="just">
              <a:lnSpc>
                <a:spcPct val="80000"/>
              </a:lnSpc>
              <a:buFont typeface="Abadi" panose="020B0604020104020204" pitchFamily="34" charset="0"/>
              <a:buChar char="◦"/>
            </a:pPr>
            <a:r>
              <a:rPr lang="en-US" sz="1500" dirty="0">
                <a:latin typeface="Georgia" panose="02040502050405020303" pitchFamily="18" charset="0"/>
              </a:rPr>
              <a:t>Inline CSS.</a:t>
            </a:r>
          </a:p>
          <a:p>
            <a:pPr algn="just">
              <a:lnSpc>
                <a:spcPct val="80000"/>
              </a:lnSpc>
              <a:buFont typeface="Abadi" panose="020B0604020104020204" pitchFamily="34" charset="0"/>
              <a:buChar char="◦"/>
            </a:pPr>
            <a:r>
              <a:rPr lang="en-US" sz="1500" dirty="0">
                <a:latin typeface="Georgia" panose="02040502050405020303" pitchFamily="18" charset="0"/>
              </a:rPr>
              <a:t>Internal or Embedded CSS.</a:t>
            </a:r>
          </a:p>
          <a:p>
            <a:pPr algn="just">
              <a:lnSpc>
                <a:spcPct val="80000"/>
              </a:lnSpc>
              <a:buFont typeface="Abadi" panose="020B0604020104020204" pitchFamily="34" charset="0"/>
              <a:buChar char="◦"/>
            </a:pPr>
            <a:r>
              <a:rPr lang="en-US" sz="1500" dirty="0">
                <a:latin typeface="Georgia" panose="02040502050405020303" pitchFamily="18" charset="0"/>
              </a:rPr>
              <a:t>External CSS</a:t>
            </a:r>
            <a:r>
              <a:rPr lang="en-US" b="0" i="0" dirty="0">
                <a:solidFill>
                  <a:srgbClr val="BDC1C6"/>
                </a:solidFill>
                <a:effectLst/>
                <a:latin typeface="Google Sans"/>
              </a:rPr>
              <a:t>.</a:t>
            </a:r>
          </a:p>
          <a:p>
            <a:endParaRPr lang="en-IN" dirty="0"/>
          </a:p>
        </p:txBody>
      </p:sp>
      <p:sp>
        <p:nvSpPr>
          <p:cNvPr id="11" name="Rectangle 10">
            <a:extLst>
              <a:ext uri="{FF2B5EF4-FFF2-40B4-BE49-F238E27FC236}">
                <a16:creationId xmlns:a16="http://schemas.microsoft.com/office/drawing/2014/main" id="{E9389295-CEA2-58D2-B32A-C9058A09A053}"/>
              </a:ext>
            </a:extLst>
          </p:cNvPr>
          <p:cNvSpPr/>
          <p:nvPr/>
        </p:nvSpPr>
        <p:spPr>
          <a:xfrm>
            <a:off x="4495800" y="1116106"/>
            <a:ext cx="6069106" cy="4634752"/>
          </a:xfrm>
          <a:prstGeom prst="rect">
            <a:avLst/>
          </a:prstGeom>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IN" dirty="0"/>
          </a:p>
        </p:txBody>
      </p:sp>
      <p:pic>
        <p:nvPicPr>
          <p:cNvPr id="12" name="Picture 11">
            <a:extLst>
              <a:ext uri="{FF2B5EF4-FFF2-40B4-BE49-F238E27FC236}">
                <a16:creationId xmlns:a16="http://schemas.microsoft.com/office/drawing/2014/main" id="{25146936-E9E4-9D53-CED8-DF0ADB6E05C6}"/>
              </a:ext>
            </a:extLst>
          </p:cNvPr>
          <p:cNvPicPr>
            <a:picLocks noChangeAspect="1"/>
          </p:cNvPicPr>
          <p:nvPr/>
        </p:nvPicPr>
        <p:blipFill>
          <a:blip r:embed="rId2"/>
          <a:stretch>
            <a:fillRect/>
          </a:stretch>
        </p:blipFill>
        <p:spPr>
          <a:xfrm>
            <a:off x="4504767" y="1949822"/>
            <a:ext cx="6069106" cy="3774142"/>
          </a:xfrm>
          <a:prstGeom prst="rect">
            <a:avLst/>
          </a:prstGeom>
        </p:spPr>
      </p:pic>
      <p:sp>
        <p:nvSpPr>
          <p:cNvPr id="13" name="Minus Sign 12">
            <a:extLst>
              <a:ext uri="{FF2B5EF4-FFF2-40B4-BE49-F238E27FC236}">
                <a16:creationId xmlns:a16="http://schemas.microsoft.com/office/drawing/2014/main" id="{F6BC6582-7380-8A26-D131-4806F6AF68AF}"/>
              </a:ext>
            </a:extLst>
          </p:cNvPr>
          <p:cNvSpPr/>
          <p:nvPr/>
        </p:nvSpPr>
        <p:spPr>
          <a:xfrm>
            <a:off x="3818962" y="398930"/>
            <a:ext cx="7207622" cy="2456329"/>
          </a:xfrm>
          <a:prstGeom prst="mathMinus">
            <a:avLst/>
          </a:prstGeom>
          <a:ln/>
        </p:spPr>
        <p:style>
          <a:lnRef idx="1">
            <a:schemeClr val="accent5"/>
          </a:lnRef>
          <a:fillRef idx="3">
            <a:schemeClr val="accent5"/>
          </a:fillRef>
          <a:effectRef idx="2">
            <a:schemeClr val="accent5"/>
          </a:effectRef>
          <a:fontRef idx="minor">
            <a:schemeClr val="lt1"/>
          </a:fontRef>
        </p:style>
        <p:txBody>
          <a:bodyPr rtlCol="0" anchor="ctr"/>
          <a:lstStyle/>
          <a:p>
            <a:pPr algn="ctr"/>
            <a:r>
              <a:rPr lang="en-US" b="1" dirty="0">
                <a:ln w="22225">
                  <a:solidFill>
                    <a:srgbClr val="002060"/>
                  </a:solidFill>
                  <a:prstDash val="solid"/>
                </a:ln>
                <a:solidFill>
                  <a:srgbClr val="FFC000"/>
                </a:solidFill>
                <a:effectLst>
                  <a:glow rad="139700">
                    <a:schemeClr val="accent3">
                      <a:satMod val="175000"/>
                      <a:alpha val="40000"/>
                    </a:schemeClr>
                  </a:glow>
                  <a:outerShdw blurRad="50800" dist="38100" dir="13500000" algn="br" rotWithShape="0">
                    <a:prstClr val="black">
                      <a:alpha val="40000"/>
                    </a:prstClr>
                  </a:outerShdw>
                </a:effectLst>
              </a:rPr>
              <a:t>Three types of CSS </a:t>
            </a:r>
            <a:endParaRPr lang="en-IN" b="1" dirty="0">
              <a:ln w="22225">
                <a:solidFill>
                  <a:srgbClr val="002060"/>
                </a:solidFill>
                <a:prstDash val="solid"/>
              </a:ln>
              <a:solidFill>
                <a:srgbClr val="FFC000"/>
              </a:solidFill>
              <a:effectLst>
                <a:glow rad="139700">
                  <a:schemeClr val="accent3">
                    <a:satMod val="175000"/>
                    <a:alpha val="40000"/>
                  </a:schemeClr>
                </a:glow>
                <a:outerShdw blurRad="50800" dist="38100" dir="13500000" algn="br" rotWithShape="0">
                  <a:prstClr val="black">
                    <a:alpha val="40000"/>
                  </a:prstClr>
                </a:outerShdw>
              </a:effectLst>
            </a:endParaRPr>
          </a:p>
        </p:txBody>
      </p:sp>
    </p:spTree>
    <p:extLst>
      <p:ext uri="{BB962C8B-B14F-4D97-AF65-F5344CB8AC3E}">
        <p14:creationId xmlns:p14="http://schemas.microsoft.com/office/powerpoint/2010/main" val="1376875280"/>
      </p:ext>
    </p:extLst>
  </p:cSld>
  <p:clrMapOvr>
    <a:masterClrMapping/>
  </p:clrMapOvr>
  <mc:AlternateContent xmlns:mc="http://schemas.openxmlformats.org/markup-compatibility/2006" xmlns:p14="http://schemas.microsoft.com/office/powerpoint/2010/main">
    <mc:Choice Requires="p14">
      <p:transition spd="slow" p14:dur="3250" advClick="0" advTm="10000">
        <p14:vortex dir="r"/>
      </p:transition>
    </mc:Choice>
    <mc:Fallback xmlns="">
      <p:transition spd="slow" advClick="0" advTm="10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barn(outVertical)">
                                      <p:cBhvr>
                                        <p:cTn id="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Arrow: Striped Right 17">
            <a:extLst>
              <a:ext uri="{FF2B5EF4-FFF2-40B4-BE49-F238E27FC236}">
                <a16:creationId xmlns:a16="http://schemas.microsoft.com/office/drawing/2014/main" id="{79A61313-9B6D-C031-5544-6E7C303D10F4}"/>
              </a:ext>
            </a:extLst>
          </p:cNvPr>
          <p:cNvSpPr/>
          <p:nvPr/>
        </p:nvSpPr>
        <p:spPr>
          <a:xfrm>
            <a:off x="339365" y="3186260"/>
            <a:ext cx="45719" cy="45719"/>
          </a:xfrm>
          <a:prstGeom prst="striped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35" name="Group 34">
            <a:extLst>
              <a:ext uri="{FF2B5EF4-FFF2-40B4-BE49-F238E27FC236}">
                <a16:creationId xmlns:a16="http://schemas.microsoft.com/office/drawing/2014/main" id="{6008CF2E-E679-2773-D3E9-7A11F82D5ED0}"/>
              </a:ext>
            </a:extLst>
          </p:cNvPr>
          <p:cNvGrpSpPr/>
          <p:nvPr/>
        </p:nvGrpSpPr>
        <p:grpSpPr>
          <a:xfrm>
            <a:off x="823650" y="86007"/>
            <a:ext cx="10654427" cy="6399634"/>
            <a:chOff x="823651" y="86007"/>
            <a:chExt cx="10217420" cy="6475200"/>
          </a:xfrm>
        </p:grpSpPr>
        <p:sp>
          <p:nvSpPr>
            <p:cNvPr id="23" name="Rectangle: Rounded Corners 22">
              <a:extLst>
                <a:ext uri="{FF2B5EF4-FFF2-40B4-BE49-F238E27FC236}">
                  <a16:creationId xmlns:a16="http://schemas.microsoft.com/office/drawing/2014/main" id="{35F61BF2-AC0B-B2C1-3EBC-D5AF59250AE6}"/>
                </a:ext>
              </a:extLst>
            </p:cNvPr>
            <p:cNvSpPr/>
            <p:nvPr/>
          </p:nvSpPr>
          <p:spPr>
            <a:xfrm>
              <a:off x="6545158" y="444227"/>
              <a:ext cx="3928021" cy="2119113"/>
            </a:xfrm>
            <a:prstGeom prst="roundRect">
              <a:avLst/>
            </a:prstGeom>
            <a:solidFill>
              <a:srgbClr val="003A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4" name="Oval 23">
              <a:extLst>
                <a:ext uri="{FF2B5EF4-FFF2-40B4-BE49-F238E27FC236}">
                  <a16:creationId xmlns:a16="http://schemas.microsoft.com/office/drawing/2014/main" id="{96260AF3-11A6-41D3-8E3C-7B2BF9B8D515}"/>
                </a:ext>
              </a:extLst>
            </p:cNvPr>
            <p:cNvSpPr/>
            <p:nvPr/>
          </p:nvSpPr>
          <p:spPr>
            <a:xfrm>
              <a:off x="6773127" y="570477"/>
              <a:ext cx="3227668" cy="1801018"/>
            </a:xfrm>
            <a:prstGeom prst="ellipse">
              <a:avLst/>
            </a:prstGeom>
            <a:blipFill dpi="0"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25" name="Picture 24">
              <a:extLst>
                <a:ext uri="{FF2B5EF4-FFF2-40B4-BE49-F238E27FC236}">
                  <a16:creationId xmlns:a16="http://schemas.microsoft.com/office/drawing/2014/main" id="{CC46876E-2669-A9BC-729E-0288FBDE9F19}"/>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1195496" y="86007"/>
              <a:ext cx="3263382" cy="3228517"/>
            </a:xfrm>
            <a:prstGeom prst="rect">
              <a:avLst/>
            </a:prstGeom>
            <a:ln>
              <a:noFill/>
            </a:ln>
          </p:spPr>
        </p:pic>
        <p:sp>
          <p:nvSpPr>
            <p:cNvPr id="26" name="Arrow: Striped Right 25">
              <a:extLst>
                <a:ext uri="{FF2B5EF4-FFF2-40B4-BE49-F238E27FC236}">
                  <a16:creationId xmlns:a16="http://schemas.microsoft.com/office/drawing/2014/main" id="{1B738620-A2B4-C5D9-0B96-5B82BF0D1319}"/>
                </a:ext>
              </a:extLst>
            </p:cNvPr>
            <p:cNvSpPr/>
            <p:nvPr/>
          </p:nvSpPr>
          <p:spPr>
            <a:xfrm>
              <a:off x="4458878" y="1602559"/>
              <a:ext cx="2017336" cy="424206"/>
            </a:xfrm>
            <a:prstGeom prst="striped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0" name="Rectangle: Diagonal Corners Rounded 29">
              <a:extLst>
                <a:ext uri="{FF2B5EF4-FFF2-40B4-BE49-F238E27FC236}">
                  <a16:creationId xmlns:a16="http://schemas.microsoft.com/office/drawing/2014/main" id="{53BD5881-134C-BF53-B216-8169F42B4B6C}"/>
                </a:ext>
              </a:extLst>
            </p:cNvPr>
            <p:cNvSpPr/>
            <p:nvPr/>
          </p:nvSpPr>
          <p:spPr>
            <a:xfrm>
              <a:off x="823651" y="3964127"/>
              <a:ext cx="4406474" cy="2342254"/>
            </a:xfrm>
            <a:prstGeom prst="round2DiagRect">
              <a:avLst/>
            </a:prstGeom>
            <a:solidFill>
              <a:srgbClr val="DCE3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IN" dirty="0"/>
            </a:p>
          </p:txBody>
        </p:sp>
        <p:pic>
          <p:nvPicPr>
            <p:cNvPr id="31" name="Picture 30">
              <a:extLst>
                <a:ext uri="{FF2B5EF4-FFF2-40B4-BE49-F238E27FC236}">
                  <a16:creationId xmlns:a16="http://schemas.microsoft.com/office/drawing/2014/main" id="{F39123F7-F64B-4A45-DCCF-C16C5162FC8E}"/>
                </a:ext>
              </a:extLst>
            </p:cNvPr>
            <p:cNvPicPr>
              <a:picLocks noChangeAspect="1"/>
            </p:cNvPicPr>
            <p:nvPr/>
          </p:nvPicPr>
          <p:blipFill>
            <a:blip r:embed="rId6">
              <a:extLst>
                <a:ext uri="{28A0092B-C50C-407E-A947-70E740481C1C}">
                  <a14:useLocalDpi xmlns:a14="http://schemas.microsoft.com/office/drawing/2010/main" val="0"/>
                </a:ext>
                <a:ext uri="{837473B0-CC2E-450A-ABE3-18F120FF3D39}">
                  <a1611:picAttrSrcUrl xmlns:a1611="http://schemas.microsoft.com/office/drawing/2016/11/main" r:id="rId7"/>
                </a:ext>
              </a:extLst>
            </a:blip>
            <a:stretch>
              <a:fillRect/>
            </a:stretch>
          </p:blipFill>
          <p:spPr>
            <a:xfrm>
              <a:off x="1190226" y="4169055"/>
              <a:ext cx="3662586" cy="1977222"/>
            </a:xfrm>
            <a:prstGeom prst="rect">
              <a:avLst/>
            </a:prstGeom>
            <a:ln>
              <a:noFill/>
            </a:ln>
          </p:spPr>
        </p:pic>
        <p:sp>
          <p:nvSpPr>
            <p:cNvPr id="32" name="Rectangle: Rounded Corners 31">
              <a:extLst>
                <a:ext uri="{FF2B5EF4-FFF2-40B4-BE49-F238E27FC236}">
                  <a16:creationId xmlns:a16="http://schemas.microsoft.com/office/drawing/2014/main" id="{1A77B1A9-440B-9C04-38B1-79DF0B9B6F64}"/>
                </a:ext>
              </a:extLst>
            </p:cNvPr>
            <p:cNvSpPr/>
            <p:nvPr/>
          </p:nvSpPr>
          <p:spPr>
            <a:xfrm>
              <a:off x="6773127" y="3754124"/>
              <a:ext cx="4267944" cy="2807083"/>
            </a:xfrm>
            <a:prstGeom prst="roundRect">
              <a:avLst/>
            </a:prstGeom>
            <a:blipFill dpi="0" rotWithShape="1">
              <a:blip r:embed="rId8">
                <a:extLst>
                  <a:ext uri="{28A0092B-C50C-407E-A947-70E740481C1C}">
                    <a14:useLocalDpi xmlns:a14="http://schemas.microsoft.com/office/drawing/2010/main" val="0"/>
                  </a:ext>
                  <a:ext uri="{837473B0-CC2E-450A-ABE3-18F120FF3D39}">
                    <a1611:picAttrSrcUrl xmlns:a1611="http://schemas.microsoft.com/office/drawing/2016/11/main" r:id="rId9"/>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3" name="Arrow: Striped Right 32">
              <a:extLst>
                <a:ext uri="{FF2B5EF4-FFF2-40B4-BE49-F238E27FC236}">
                  <a16:creationId xmlns:a16="http://schemas.microsoft.com/office/drawing/2014/main" id="{AA14BAA8-11A3-ABE3-1A67-4CA2B57C9AC4}"/>
                </a:ext>
              </a:extLst>
            </p:cNvPr>
            <p:cNvSpPr/>
            <p:nvPr/>
          </p:nvSpPr>
          <p:spPr>
            <a:xfrm rot="10800000">
              <a:off x="5205354" y="4831237"/>
              <a:ext cx="1546422" cy="513762"/>
            </a:xfrm>
            <a:prstGeom prst="striped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4" name="Arrow: Striped Right 33">
              <a:extLst>
                <a:ext uri="{FF2B5EF4-FFF2-40B4-BE49-F238E27FC236}">
                  <a16:creationId xmlns:a16="http://schemas.microsoft.com/office/drawing/2014/main" id="{1DD67C1F-7FA8-060E-1991-8EBBC5AA55CC}"/>
                </a:ext>
              </a:extLst>
            </p:cNvPr>
            <p:cNvSpPr/>
            <p:nvPr/>
          </p:nvSpPr>
          <p:spPr>
            <a:xfrm rot="5400000">
              <a:off x="8019372" y="2858414"/>
              <a:ext cx="1047123" cy="456988"/>
            </a:xfrm>
            <a:prstGeom prst="striped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Tree>
    <p:extLst>
      <p:ext uri="{BB962C8B-B14F-4D97-AF65-F5344CB8AC3E}">
        <p14:creationId xmlns:p14="http://schemas.microsoft.com/office/powerpoint/2010/main" val="1890934093"/>
      </p:ext>
    </p:extLst>
  </p:cSld>
  <p:clrMapOvr>
    <a:masterClrMapping/>
  </p:clrMapOvr>
  <mc:AlternateContent xmlns:mc="http://schemas.openxmlformats.org/markup-compatibility/2006" xmlns:p14="http://schemas.microsoft.com/office/powerpoint/2010/main">
    <mc:Choice Requires="p14">
      <p:transition spd="slow" p14:dur="3250" advClick="0" advTm="10000">
        <p14:vortex dir="r"/>
      </p:transition>
    </mc:Choice>
    <mc:Fallback xmlns="">
      <p:transition spd="slow" advClick="0" advTm="10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checkerboard(across)">
                                      <p:cBhvr>
                                        <p:cTn id="7" dur="500"/>
                                        <p:tgtEl>
                                          <p:spTgt spid="35"/>
                                        </p:tgtEl>
                                      </p:cBhvr>
                                    </p:animEffect>
                                  </p:childTnLst>
                                </p:cTn>
                              </p:par>
                            </p:childTnLst>
                          </p:cTn>
                        </p:par>
                      </p:childTnLst>
                    </p:cTn>
                  </p:par>
                  <p:par>
                    <p:cTn id="8" fill="hold">
                      <p:stCondLst>
                        <p:cond delay="indefinite"/>
                      </p:stCondLst>
                      <p:childTnLst>
                        <p:par>
                          <p:cTn id="9" fill="hold">
                            <p:stCondLst>
                              <p:cond delay="0"/>
                            </p:stCondLst>
                            <p:childTnLst>
                              <p:par>
                                <p:cTn id="10" presetID="32" presetClass="emph" presetSubtype="0" fill="hold" nodeType="clickEffect">
                                  <p:stCondLst>
                                    <p:cond delay="0"/>
                                  </p:stCondLst>
                                  <p:childTnLst>
                                    <p:animRot by="120000">
                                      <p:cBhvr>
                                        <p:cTn id="11" dur="100" fill="hold">
                                          <p:stCondLst>
                                            <p:cond delay="0"/>
                                          </p:stCondLst>
                                        </p:cTn>
                                        <p:tgtEl>
                                          <p:spTgt spid="35"/>
                                        </p:tgtEl>
                                        <p:attrNameLst>
                                          <p:attrName>r</p:attrName>
                                        </p:attrNameLst>
                                      </p:cBhvr>
                                    </p:animRot>
                                    <p:animRot by="-240000">
                                      <p:cBhvr>
                                        <p:cTn id="12" dur="200" fill="hold">
                                          <p:stCondLst>
                                            <p:cond delay="200"/>
                                          </p:stCondLst>
                                        </p:cTn>
                                        <p:tgtEl>
                                          <p:spTgt spid="35"/>
                                        </p:tgtEl>
                                        <p:attrNameLst>
                                          <p:attrName>r</p:attrName>
                                        </p:attrNameLst>
                                      </p:cBhvr>
                                    </p:animRot>
                                    <p:animRot by="240000">
                                      <p:cBhvr>
                                        <p:cTn id="13" dur="200" fill="hold">
                                          <p:stCondLst>
                                            <p:cond delay="400"/>
                                          </p:stCondLst>
                                        </p:cTn>
                                        <p:tgtEl>
                                          <p:spTgt spid="35"/>
                                        </p:tgtEl>
                                        <p:attrNameLst>
                                          <p:attrName>r</p:attrName>
                                        </p:attrNameLst>
                                      </p:cBhvr>
                                    </p:animRot>
                                    <p:animRot by="-240000">
                                      <p:cBhvr>
                                        <p:cTn id="14" dur="200" fill="hold">
                                          <p:stCondLst>
                                            <p:cond delay="600"/>
                                          </p:stCondLst>
                                        </p:cTn>
                                        <p:tgtEl>
                                          <p:spTgt spid="35"/>
                                        </p:tgtEl>
                                        <p:attrNameLst>
                                          <p:attrName>r</p:attrName>
                                        </p:attrNameLst>
                                      </p:cBhvr>
                                    </p:animRot>
                                    <p:animRot by="120000">
                                      <p:cBhvr>
                                        <p:cTn id="15" dur="200" fill="hold">
                                          <p:stCondLst>
                                            <p:cond delay="800"/>
                                          </p:stCondLst>
                                        </p:cTn>
                                        <p:tgtEl>
                                          <p:spTgt spid="35"/>
                                        </p:tgtEl>
                                        <p:attrNameLst>
                                          <p:attrName>r</p:attrName>
                                        </p:attrNameLst>
                                      </p:cBhvr>
                                    </p:animRot>
                                  </p:childTnLst>
                                </p:cTn>
                              </p:par>
                            </p:childTnLst>
                          </p:cTn>
                        </p:par>
                      </p:childTnLst>
                    </p:cTn>
                  </p:par>
                  <p:par>
                    <p:cTn id="16" fill="hold">
                      <p:stCondLst>
                        <p:cond delay="indefinite"/>
                      </p:stCondLst>
                      <p:childTnLst>
                        <p:par>
                          <p:cTn id="17" fill="hold">
                            <p:stCondLst>
                              <p:cond delay="0"/>
                            </p:stCondLst>
                            <p:childTnLst>
                              <p:par>
                                <p:cTn id="18" presetID="8" presetClass="exit" presetSubtype="32" fill="hold" nodeType="clickEffect">
                                  <p:stCondLst>
                                    <p:cond delay="0"/>
                                  </p:stCondLst>
                                  <p:childTnLst>
                                    <p:animEffect transition="out" filter="diamond(out)">
                                      <p:cBhvr>
                                        <p:cTn id="19" dur="2000"/>
                                        <p:tgtEl>
                                          <p:spTgt spid="35"/>
                                        </p:tgtEl>
                                      </p:cBhvr>
                                    </p:animEffect>
                                    <p:set>
                                      <p:cBhvr>
                                        <p:cTn id="20" dur="1" fill="hold">
                                          <p:stCondLst>
                                            <p:cond delay="1999"/>
                                          </p:stCondLst>
                                        </p:cTn>
                                        <p:tgtEl>
                                          <p:spTgt spid="3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393697786"/>
      </p:ext>
    </p:extLst>
  </p:cSld>
  <p:clrMapOvr>
    <a:masterClrMapping/>
  </p:clrMapOvr>
  <mc:AlternateContent xmlns:mc="http://schemas.openxmlformats.org/markup-compatibility/2006" xmlns:p14="http://schemas.microsoft.com/office/powerpoint/2010/main">
    <mc:Choice Requires="p14">
      <p:transition spd="slow" p14:dur="3250" advClick="0" advTm="10000">
        <p14:vortex dir="r"/>
      </p:transition>
    </mc:Choice>
    <mc:Fallback xmlns="">
      <p:transition spd="slow" advClick="0" advTm="10000">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4A78FAC3-4BAE-D848-9CC8-1D4E263AE249}"/>
              </a:ext>
            </a:extLst>
          </p:cNvPr>
          <p:cNvSpPr/>
          <p:nvPr/>
        </p:nvSpPr>
        <p:spPr>
          <a:xfrm>
            <a:off x="1545998" y="3308807"/>
            <a:ext cx="3384221" cy="1110006"/>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4400" b="1" i="1"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SimSun-ExtB" panose="02010609060101010101" pitchFamily="49" charset="-122"/>
                <a:ea typeface="SimSun-ExtB" panose="02010609060101010101" pitchFamily="49" charset="-122"/>
              </a:rPr>
              <a:t>Thank</a:t>
            </a:r>
            <a:r>
              <a:rPr lang="en-IN" sz="4400" b="1"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SimSun-ExtB" panose="02010609060101010101" pitchFamily="49" charset="-122"/>
                <a:ea typeface="SimSun-ExtB" panose="02010609060101010101" pitchFamily="49" charset="-122"/>
              </a:rPr>
              <a:t> </a:t>
            </a:r>
            <a:r>
              <a:rPr lang="en-IN" sz="4400" b="1" i="1"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SimSun-ExtB" panose="02010609060101010101" pitchFamily="49" charset="-122"/>
                <a:ea typeface="SimSun-ExtB" panose="02010609060101010101" pitchFamily="49" charset="-122"/>
              </a:rPr>
              <a:t>you</a:t>
            </a:r>
          </a:p>
        </p:txBody>
      </p:sp>
    </p:spTree>
    <p:extLst>
      <p:ext uri="{BB962C8B-B14F-4D97-AF65-F5344CB8AC3E}">
        <p14:creationId xmlns:p14="http://schemas.microsoft.com/office/powerpoint/2010/main" val="489040617"/>
      </p:ext>
    </p:extLst>
  </p:cSld>
  <p:clrMapOvr>
    <a:masterClrMapping/>
  </p:clrMapOvr>
  <mc:AlternateContent xmlns:mc="http://schemas.openxmlformats.org/markup-compatibility/2006" xmlns:p14="http://schemas.microsoft.com/office/powerpoint/2010/main">
    <mc:Choice Requires="p14">
      <p:transition spd="slow" p14:dur="3250" advClick="0" advTm="10000">
        <p14:vortex dir="r"/>
      </p:transition>
    </mc:Choice>
    <mc:Fallback xmlns="">
      <p:transition spd="slow" advClick="0" advTm="10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iterate type="lt">
                                    <p:tmPct val="0"/>
                                  </p:iterate>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p:cTn id="7" dur="1000" fill="hold"/>
                                        <p:tgtEl>
                                          <p:spTgt spid="2">
                                            <p:txEl>
                                              <p:pRg st="0" end="0"/>
                                            </p:txEl>
                                          </p:spTgt>
                                        </p:tgtEl>
                                        <p:attrNameLst>
                                          <p:attrName>ppt_w</p:attrName>
                                        </p:attrNameLst>
                                      </p:cBhvr>
                                      <p:tavLst>
                                        <p:tav tm="0">
                                          <p:val>
                                            <p:fltVal val="0"/>
                                          </p:val>
                                        </p:tav>
                                        <p:tav tm="100000">
                                          <p:val>
                                            <p:strVal val="#ppt_w"/>
                                          </p:val>
                                        </p:tav>
                                      </p:tavLst>
                                    </p:anim>
                                    <p:anim calcmode="lin" valueType="num">
                                      <p:cBhvr>
                                        <p:cTn id="8" dur="1000" fill="hold"/>
                                        <p:tgtEl>
                                          <p:spTgt spid="2">
                                            <p:txEl>
                                              <p:pRg st="0" end="0"/>
                                            </p:txEl>
                                          </p:spTgt>
                                        </p:tgtEl>
                                        <p:attrNameLst>
                                          <p:attrName>ppt_h</p:attrName>
                                        </p:attrNameLst>
                                      </p:cBhvr>
                                      <p:tavLst>
                                        <p:tav tm="0">
                                          <p:val>
                                            <p:fltVal val="0"/>
                                          </p:val>
                                        </p:tav>
                                        <p:tav tm="100000">
                                          <p:val>
                                            <p:strVal val="#ppt_h"/>
                                          </p:val>
                                        </p:tav>
                                      </p:tavLst>
                                    </p:anim>
                                    <p:anim calcmode="lin" valueType="num">
                                      <p:cBhvr>
                                        <p:cTn id="9" dur="1000" fill="hold"/>
                                        <p:tgtEl>
                                          <p:spTgt spid="2">
                                            <p:txEl>
                                              <p:pRg st="0" end="0"/>
                                            </p:txEl>
                                          </p:spTgt>
                                        </p:tgtEl>
                                        <p:attrNameLst>
                                          <p:attrName>style.rotation</p:attrName>
                                        </p:attrNameLst>
                                      </p:cBhvr>
                                      <p:tavLst>
                                        <p:tav tm="0">
                                          <p:val>
                                            <p:fltVal val="90"/>
                                          </p:val>
                                        </p:tav>
                                        <p:tav tm="100000">
                                          <p:val>
                                            <p:fltVal val="0"/>
                                          </p:val>
                                        </p:tav>
                                      </p:tavLst>
                                    </p:anim>
                                    <p:animEffect transition="in" filter="fade">
                                      <p:cBhvr>
                                        <p:cTn id="10" dur="1000"/>
                                        <p:tgtEl>
                                          <p:spTgt spid="2">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6" presetClass="emph" presetSubtype="0" fill="hold" grpId="1" nodeType="clickEffect">
                                  <p:stCondLst>
                                    <p:cond delay="0"/>
                                  </p:stCondLst>
                                  <p:iterate type="lt">
                                    <p:tmPct val="10000"/>
                                  </p:iterate>
                                  <p:childTnLst>
                                    <p:animScale>
                                      <p:cBhvr>
                                        <p:cTn id="14" dur="250" autoRev="1" fill="hold">
                                          <p:stCondLst>
                                            <p:cond delay="0"/>
                                          </p:stCondLst>
                                        </p:cTn>
                                        <p:tgtEl>
                                          <p:spTgt spid="2">
                                            <p:txEl>
                                              <p:pRg st="0" end="0"/>
                                            </p:txEl>
                                          </p:spTgt>
                                        </p:tgtEl>
                                      </p:cBhvr>
                                      <p:to x="80000" y="100000"/>
                                    </p:animScale>
                                    <p:anim by="(#ppt_w*0.10)" calcmode="lin" valueType="num">
                                      <p:cBhvr>
                                        <p:cTn id="15" dur="250" autoRev="1" fill="hold">
                                          <p:stCondLst>
                                            <p:cond delay="0"/>
                                          </p:stCondLst>
                                        </p:cTn>
                                        <p:tgtEl>
                                          <p:spTgt spid="2">
                                            <p:txEl>
                                              <p:pRg st="0" end="0"/>
                                            </p:txEl>
                                          </p:spTgt>
                                        </p:tgtEl>
                                        <p:attrNameLst>
                                          <p:attrName>ppt_x</p:attrName>
                                        </p:attrNameLst>
                                      </p:cBhvr>
                                    </p:anim>
                                    <p:anim by="(-#ppt_w*0.10)" calcmode="lin" valueType="num">
                                      <p:cBhvr>
                                        <p:cTn id="16" dur="250" autoRev="1" fill="hold">
                                          <p:stCondLst>
                                            <p:cond delay="0"/>
                                          </p:stCondLst>
                                        </p:cTn>
                                        <p:tgtEl>
                                          <p:spTgt spid="2">
                                            <p:txEl>
                                              <p:pRg st="0" end="0"/>
                                            </p:txEl>
                                          </p:spTgt>
                                        </p:tgtEl>
                                        <p:attrNameLst>
                                          <p:attrName>ppt_y</p:attrName>
                                        </p:attrNameLst>
                                      </p:cBhvr>
                                    </p:anim>
                                    <p:animRot by="-480000">
                                      <p:cBhvr>
                                        <p:cTn id="17" dur="250" autoRev="1" fill="hold">
                                          <p:stCondLst>
                                            <p:cond delay="0"/>
                                          </p:stCondLst>
                                        </p:cTn>
                                        <p:tgtEl>
                                          <p:spTgt spid="2">
                                            <p:txEl>
                                              <p:pRg st="0" end="0"/>
                                            </p:txEl>
                                          </p:spTgt>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allAtOnce"/>
      <p:bldP spid="2" grpId="1" build="allAtOnce"/>
    </p:bld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252C36"/>
      </a:dk2>
      <a:lt2>
        <a:srgbClr val="7C96A3"/>
      </a:lt2>
      <a:accent1>
        <a:srgbClr val="4FD093"/>
      </a:accent1>
      <a:accent2>
        <a:srgbClr val="54BCDF"/>
      </a:accent2>
      <a:accent3>
        <a:srgbClr val="A262D0"/>
      </a:accent3>
      <a:accent4>
        <a:srgbClr val="D7537B"/>
      </a:accent4>
      <a:accent5>
        <a:srgbClr val="E78045"/>
      </a:accent5>
      <a:accent6>
        <a:srgbClr val="84C350"/>
      </a:accent6>
      <a:hlink>
        <a:srgbClr val="22FFFF"/>
      </a:hlink>
      <a:folHlink>
        <a:srgbClr val="9BF3FD"/>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runge Texture">
      <a:fillStyleLst>
        <a:solidFill>
          <a:schemeClr val="phClr"/>
        </a:solidFill>
        <a:blipFill rotWithShape="1">
          <a:blip xmlns:r="http://schemas.openxmlformats.org/officeDocument/2006/relationships" r:embed="rId1">
            <a:duotone>
              <a:schemeClr val="phClr">
                <a:tint val="67000"/>
                <a:shade val="65000"/>
              </a:schemeClr>
              <a:schemeClr val="phClr">
                <a:tint val="10000"/>
                <a:satMod val="130000"/>
              </a:schemeClr>
            </a:duotone>
          </a:blip>
          <a:tile tx="0" ty="0" sx="60000" sy="59000" flip="none" algn="b"/>
        </a:blipFill>
        <a:blipFill rotWithShape="1">
          <a:blip xmlns:r="http://schemas.openxmlformats.org/officeDocument/2006/relationships" r:embed="rId1">
            <a:duotone>
              <a:schemeClr val="phClr">
                <a:shade val="30000"/>
                <a:satMod val="115000"/>
              </a:schemeClr>
              <a:schemeClr val="phClr">
                <a:tint val="34000"/>
              </a:schemeClr>
            </a:duotone>
          </a:blip>
          <a:tile tx="0" ty="0" sx="60000" sy="59000" flip="none" algn="b"/>
        </a:blipFill>
      </a:fillStyleLst>
      <a:lnStyleLst>
        <a:ln w="6350" cap="flat" cmpd="sng" algn="ctr">
          <a:solidFill>
            <a:schemeClr val="phClr">
              <a:tint val="70000"/>
            </a:scheme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gradFill rotWithShape="1">
          <a:gsLst>
            <a:gs pos="0">
              <a:schemeClr val="phClr">
                <a:tint val="98000"/>
                <a:hueMod val="94000"/>
                <a:satMod val="148000"/>
                <a:lumMod val="140000"/>
              </a:schemeClr>
            </a:gs>
            <a:gs pos="100000">
              <a:schemeClr val="phClr">
                <a:shade val="92000"/>
                <a:hueMod val="104000"/>
                <a:satMod val="140000"/>
                <a:lumMod val="48000"/>
              </a:schemeClr>
            </a:gs>
          </a:gsLst>
          <a:lin ang="5040000" scaled="0"/>
        </a:gradFill>
        <a:blipFill>
          <a:blip xmlns:r="http://schemas.openxmlformats.org/officeDocument/2006/relationships" r:embed="rId2">
            <a:duotone>
              <a:schemeClr val="phClr">
                <a:shade val="48000"/>
                <a:hueMod val="106000"/>
                <a:satMod val="140000"/>
                <a:lumMod val="42000"/>
              </a:schemeClr>
              <a:schemeClr val="phClr">
                <a:tint val="98000"/>
                <a:hueMod val="92000"/>
                <a:satMod val="220000"/>
                <a:lumMod val="9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142578CA-DEC9-49C3-80AF-C113973CC9A9}"/>
    </a:ext>
  </a:extLst>
</a:theme>
</file>

<file path=docProps/app.xml><?xml version="1.0" encoding="utf-8"?>
<Properties xmlns="http://schemas.openxmlformats.org/officeDocument/2006/extended-properties" xmlns:vt="http://schemas.openxmlformats.org/officeDocument/2006/docPropsVTypes">
  <Template>Circuit</Template>
  <TotalTime>297</TotalTime>
  <Words>733</Words>
  <Application>Microsoft Office PowerPoint</Application>
  <PresentationFormat>Widescreen</PresentationFormat>
  <Paragraphs>33</Paragraphs>
  <Slides>11</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11</vt:i4>
      </vt:variant>
    </vt:vector>
  </HeadingPairs>
  <TitlesOfParts>
    <vt:vector size="21" baseType="lpstr">
      <vt:lpstr>SimSun-ExtB</vt:lpstr>
      <vt:lpstr>Abadi</vt:lpstr>
      <vt:lpstr>Arial</vt:lpstr>
      <vt:lpstr>Arial Narrow</vt:lpstr>
      <vt:lpstr>Cascadia Code SemiBold</vt:lpstr>
      <vt:lpstr>Georgia</vt:lpstr>
      <vt:lpstr>Google Sans</vt:lpstr>
      <vt:lpstr>Monotype Corsiva</vt:lpstr>
      <vt:lpstr>Tw Cen MT</vt:lpstr>
      <vt:lpstr>Circuit</vt:lpstr>
      <vt:lpstr>Web application</vt:lpstr>
      <vt:lpstr>What is website </vt:lpstr>
      <vt:lpstr>Types of website language</vt:lpstr>
      <vt:lpstr>What is Html</vt:lpstr>
      <vt:lpstr>What is CSS &amp; CSS++ </vt:lpstr>
      <vt:lpstr>What is mean by JavaScript</vt:lpstr>
      <vt:lpstr>What is PHP</vt:lpstr>
      <vt:lpstr>Types of CSS</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Web application</dc:title>
  <dc:creator>Nishikant Giri</dc:creator>
  <cp:lastModifiedBy>Nishikant Giri</cp:lastModifiedBy>
  <cp:revision>4</cp:revision>
  <dcterms:created xsi:type="dcterms:W3CDTF">2023-08-11T13:54:52Z</dcterms:created>
  <dcterms:modified xsi:type="dcterms:W3CDTF">2023-09-17T05:53:21Z</dcterms:modified>
</cp:coreProperties>
</file>